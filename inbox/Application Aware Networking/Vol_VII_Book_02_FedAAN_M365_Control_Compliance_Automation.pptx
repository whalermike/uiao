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02 is the M365 half of the coordination layer. Microsoft 365 is the SaaS control plane — identity, Conditional Access, secure-configuration baselines (CISA SCuBA under BOD 25-01), and Purview data protection. This book operates that surface's control state as ServiceNow work. Repeat the discipline that governs the whole book: actuation stays platform-native — Graph and the M365 policy engines make the change; ServiceNow governs who, when, under what approval, and with what evidence. GCC-Moderate boundary throughout.</a:t>
            </a:r>
          </a:p>
          <a:p/>
          <a:p>
            <a:r>
              <a:t>Vendor sources: https://www.cisa.gov/scuba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coverage gap this book fills. ScubaGear and equivalents measure drift from the secure baseline; they do not own the fix. That gap is the coordination role. The architecture and the Volume VI baseline-as-code prove the mechanism is sufficient; this book makes M365 closure operating — every deviation gets an owner, an SLA, an approval trail, and a re-tested evidence record.</a:t>
            </a:r>
          </a:p>
          <a:p/>
          <a:p>
            <a:r>
              <a:t>Vendor sources: https://github.com/cisagov/ScubaGear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families each run the identical loop. Card two is where the most standing human work lives — every Conditional-Access exception weakens a blocking control, so it carries a security approver and an expiry, and the break-glass exclusion mandated in every blocking CA policy is visible in the request record and its review, which a portal screenshot can never prove over time. Card three keeps ServiceNow narrow: Purview is the actuation and evidence engine; ServiceNow coordinates the human-judgment and change-control steps around it.</a:t>
            </a:r>
          </a:p>
          <a:p/>
          <a:p>
            <a:r>
              <a:t>Vendor sources: https://learn.microsoft.com/graph/api/resources/conditionalaccesspolicy | https://learn.microsoft.com/purview/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read the native surface. In-boundary read only; the loop is only as good as the test behind it.</a:t>
            </a:r>
          </a:p>
          <a:p/>
          <a:p>
            <a:r>
              <a:t>Vendor sources: https://github.com/cisagov/ScubaGear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two: raise a typed task bound to the reconciled CI. The finding-to-task mapping is reproducible data.</a:t>
            </a:r>
          </a:p>
          <a:p/>
          <a:p>
            <a:r>
              <a:t>Vendor sources: https://github.com/cisagov/ScubaGear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platform-native by design. Where an automated remediation is genuinely safe and reversible it is invoked as a scoped, logged, individually-approved action — never blanket standing access over the estate being governed.</a:t>
            </a:r>
          </a:p>
          <a:p/>
          <a:p>
            <a:r>
              <a:t>Vendor sources: https://github.com/cisagov/ScubaGear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four: closure is proven by re-test, and the whole trail becomes the evidence record feeding CA-7.</a:t>
            </a:r>
          </a:p>
          <a:p/>
          <a:p>
            <a:r>
              <a:t>Vendor sources: https://github.com/cisagov/ScubaGear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mirrors the book's generated Authorities-Closed-Here rows from the compliance spine. Be precise with assessors: these are coordination closures — the control state operated as owned, evidenced work — layered on the architecture closures, never double-counting them. All at FedRAMP Moderate.</a:t>
            </a:r>
          </a:p>
          <a:p/>
          <a:p>
            <a:r>
              <a:t>Vendor sources: uiao repo: inbox/Application Aware Networking/aan-compliance-spine.yml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naming the honest limit: a task closes when the native re-test passes, so a SCuBA check that does not cover a setting leaves a blind spot ServiceNow cannot see — test coverage is a Volume VI Book 08 concern. Hand off to the Azure book, which runs the same loop over three Azure engines.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VII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M365 Federal Control Compliance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VII Book 02 — SCuBA drift, Conditional Access exceptions, and Purview state, operated as ServiceNow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Test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Detect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Raise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2026-07-12 15:00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SCuBA measures the gap; someone must own the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Conformance tooling proves where M365 deviates from the secure baseline — it authors no fix and owns no clock.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THREE CONTROL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same loop, three M365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SCuBA baseline (CM-6)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Each secure-baseline fail becomes a Change or Incident tagged with the SCuBA policy id and the mapped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Account &amp; CA (AC-2)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Joiner/mover/leaver and Conditional-Access exceptions requested, approved, time-bound, and access-reviewed.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Purview (AU-10 / SC-28)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DLP-override and mass-label events become review Incidents; label/DLP policy changes carry a change record.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Roll-up (CA-7)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Each loop's result feeds the continuous-monitoring stream that Book 04 turns into attestation and KSI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One detect-raise-actuate-close-evidence loop; three surfaces; one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M365 COMPLIANCE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Drift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read native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Raise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platform-native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re-test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Test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Read the M365 control state — the SCuBA/secure-baseline result, the Conditional Access inventory, the Purview posture — on a schedule, in-boundary.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M365 COMPLIANCE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Drift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read native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Raise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platform-native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re-test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Raise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 new deviation becomes a typed Change, Incident, or Request against the reconciled CI, with the control id, a severity, and an SLA class — held as a data-driven control map, not ad hoc.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M365 COMPLIANCE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Drift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read native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Raise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platform-native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re-test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Actuate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owner applies the baseline setting or the access change on the M365 surface. ServiceNow does not flip the setting — standing write authority over Conditional Access is itself a control weakness.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M365 COMPLIANCE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Drift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read native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Raise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platform-native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re-test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Close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next assessment flips the result to pass; ServiceNow closes the task and stamps the re-test result, the approval trail, and the change record as the evidence.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Coordination closures — not a re-closure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Coordination 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CM-6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Configuration Settings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SCuBA drift to a tracked Change/Incident (actuation native)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Account Management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JML + CA-exception requests, approved and access-reviewed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CA-7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Continuous Monitoring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M365 test results ingested as attestation input to the KSI pipeline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These operate the M365 control state as tracked work; they do not re-close the identity/data mechanisms Volumes I, III, and VI 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M365 control state, now owned and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M365 Federal Control Compliance Automation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Operated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SCuBA, CA, and Purview drift is owned, clocked, approved, and re-tested — not a report read and shelved.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and the M365 engines actuate; ServiceNow never holds standing tenant admin.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Fed forward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The M365 posture roll-up becomes attestation and KSI evidence in Book 04.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identical loop on Azure — Policy, Defender, Update Manager (Book 03).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