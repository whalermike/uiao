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03 governs app registrations — the machine analogue of the joiner/mover/leaver lifecycle, and the largest source of long-lived-secret and over-consent risk in an Entra estate. The architecture is set (Vol I Book 03, Vol VI Book 02); this book adds the governed lifecycle: request, scoped consent, short-lived credentials, automated rotation, and attestation. GCC Moderate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lifecycle. An app registration is a workload identity: a service principal with credentials and consented permissions. Left ungoverned it accumulates the exact risks above. Governing the lifecycle is what keeps the mechanism — certificate-based, short-lived, least-privilege identity — true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the request names an owner and the exact scopes, not a blanket ask.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consent is least-privilege and security-approved for anything privileged.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the single highest-value rule: no long-lived secrets. A client secret with a two-year expiry in a pipeline variable is the credential an attacker wants most; certificate- based, auto-rotated identity removes the target.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rotation never depends on a human remembering, and attestation is the machine-identity access review.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Voice the machine-JML framing: the lifecycle is the same shape as the human help-desk JML, and the retirement/attestation step is the one teams skip. FedRAMP Moderate.</a:t>
            </a:r>
          </a:p>
          <a:p/>
          <a:p>
            <a:r>
              <a:t>Vendor sources: uiao repo: inbox/Application Aware Networking/aan-compliance-spine.yml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limit: not every app supports certificate credentials; where a secret is unavoidable, the expiry is short and rotation still automated, and the exception is documented. Hand off to Book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App Registration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03 — the app-registration lifecycle as a governed catalog: request, consent, short-lived credentials, rotation, attestation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Consent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Rotate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Attest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Where credential sprawl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Long-lived client secrets in config, over-broad admin consent granted 'to make it work', orphaned apps whose owner left — each a standing violation of least privilege and secure authenticator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Request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An app-registration request captures owner, purpose, and the specific scopes needed — least privilege is the default (AC-2).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Consent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Scoped, admin-consented permissions only — any privileged or write scope requires a security approver (AC-6). No blanket delegation.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Credential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short-lived certificate (ACME) or a secret with a mandatory expiry — no long-lived secrets in config (IA-5(2) / SC-17).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Attest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Automated rotation before expiry, and ownership and scope re-attested on a cadence; orphaned or expired registrations are flagged (feeds Vol VII Book 04, CA-7).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app-registration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IA-5(2)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Public Key-Based Authentication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Short-lived certs (ACME), mandatory expiry, automated rotation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SC-17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PKI Certificates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Certificate issuance/rotation for service principals via the catalog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AC-6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Least Privilege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Scoped consent; privileged scopes security-approved; orphaned/expired flagged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 leaver step is the one most often skipped for apps — an orphaned service principal with live credentials is a ghost-credential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Workload identity with a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Scoped, security-approved consent — no blanket delegation.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No long-lived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Certificate-based, auto-rotated credentials with mandatory expiry.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IA-5(2) / SC-17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Attested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Ownership and scope re-attested; orphaned apps flagged to CA-7.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 VII 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Teams telephony (Book 04) — governed voice operations and Teams SCuBA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