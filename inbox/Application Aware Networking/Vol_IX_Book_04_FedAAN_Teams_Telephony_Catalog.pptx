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04 completes Volume IX with voice. The Teams telephony architecture is already established in Vol I Book 06 — Teams Phone, session border controllers, Direct Routing, Operator Connect, Calling Plans. This book adds the two things that make it operationally complete: a governed telephony catalog and Teams SCuBA drift wired into the Vol VII M365 loop. GCC Moderate throughout.</a:t>
            </a:r>
          </a:p>
          <a:p/>
          <a:p>
            <a:r>
              <a:t>Vendor sources: https://learn.microsoft.com/microsoftteams/cloud-voice-landing-page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book. Teams telephony carries two kinds of ungoverned day-2 work: operator requests (number, calling policy, voice routing) and secure-configuration drift. This book governs the first as catalog items and folds the second into the existing compliance loop, so the telephony estate is both operable and continuously assessed.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catalog items. Dwell on E911: it is the one telephony step where a silent error has physical consequences, so the catalog validates the emergency address at assignment time as a gate. All four are change-controlled and audited (CM-3 / AU-2).</a:t>
            </a:r>
          </a:p>
          <a:p/>
          <a:p>
            <a:r>
              <a:t>Vendor sources: https://learn.microsoft.com/microsoftteams/cloud-voice-landing-page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reuse explicit: Teams is an M365 workload, so its secure-baseline drift folds into the existing M365 loop rather than a bespoke one. The SCuBA baseline reference is the canon SCuBA spec (UIAO_002). CISA SCuBA / BOD 25-01.</a:t>
            </a:r>
          </a:p>
          <a:p/>
          <a:p>
            <a:r>
              <a:t>Vendor sources: https://www.cisa.gov/scuba | uiao repo: src/uiao/canon/UIAO_002_SCuBA_Technical_Specification_v1.0.md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generated rows. The distinction: Vol I Book 06 proves the telephony architecture; this book makes its operation governed — number and routing changes change-controlled with E911 validation, and Teams secure-config drift tracked like any other M365 surface. FedRAMP Moderate.</a:t>
            </a:r>
          </a:p>
          <a:p/>
          <a:p>
            <a:r>
              <a:t>Vendor sources: uiao repo: inbox/Application Aware Networking/aan-compliance-spine.yml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volume. The honest limits: media-path confidentiality (SC-8) and SBC accreditation are Vol I Book 06 concerns; E911 validation is only as good as its address-to-location source. Leave the audience with the whole day-2 arc — four surfaces, one governed, evidenced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Teams Telephony Catalog &amp; Teams SCuBA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04 — number, calling-policy, and voice-routing changes as governed catalog items, and Teams secure-baseline drift as tracked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Assign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Validate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Detect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Voice is a governed surface, not a phone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Number and routing changes carry real safety and audit weight — emergency calling, toll fraud, lawful-access logging — and Teams has a SCuBA baseline that drifts like the rest of M365.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 — THE TELEPHONY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Change-controlled voice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Number assign /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Reconciled to the number inventory; release returns the number to the pool (CM-3).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Calling policy / dial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Least-privilege calling scope — domestic-only by default (CM-3).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E911 address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Validated on assignment — a mis-mapped emergency address is a life-safety defect.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Voice-routing / SBC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Boundary-affecting change; change-controlled and SoD-gated (CM-3).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E911 is a gate, not a form field — a wrong registered address sends responders to the wrong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TWO — TEAMS SCUBA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One loop, one more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Teams has a SCuBA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External access, meeting policies, app permissions, federation — a CISA SCuBA secure-config baseline like the rest of M365.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Reuse the Vol VII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A new baseline fail becomes a typed ServiceNow Change/Incident against the Teams service CI — no new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Vol VII Book 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Close with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Owner remediates on the native surface; re-test closes it with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This book does not build a new compliance loop for Teams — it extends the Vol VII Book 02 M365 loop to one more surface.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telephony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CM-3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Change Control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Number/calling-policy/voice-routing changes with E911 validation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Settings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Teams SCuBA drift into the Vol VII Book 02 M365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AU-2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Event Logging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Call-detail and telephony admin actions audited to the evidence contract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Telephony architecture is Vol I Book 06; this book governs its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Volume IX closes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Number, calling-policy, and routing changes change-controlled with E911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Assessed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Teams SCuBA drift tracked in the Vol VII loop — one loop, one more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The whole arc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Helpdesk, landing zone, app-reg, telephony — routine operations that evidence themselves.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Volume 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Day-2 operations, coordinated and evidenced — at FedRAMP Moderate &amp; Microsoft GCC Moderate.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