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02 puts a governed front door on landing-zone infrastructure-as-code. The IaC is a solved problem in this series (Vol VI Book 01); what is missing is the governed request that drives it — a module anyone can apply from a laptop is not change control, and an address block allocated outside the naming plane is a CM-8 gap the moment it exists. The journey is Request, Approve, Apply, Reconcile. GCC Moderate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front door. Volume VI proves landing zones expressed as reviewable source close CM-2/CM-3/CM-6. This book makes the invocation of that source governed — an approved, SoD-gated, evidenced provisioning event reconciled to the naming plane. The IaC is necessary; the governed front door is what makes it assessable.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the request is structured input the pipeline can act on, not a prose ticket.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the approver reads a real speculative plan, not a promise — fail fast on a bad change (CM-3/CM-5).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three: idempotent apply of reviewed source; the pipeline is the actuator, and the change record is real.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 is load-bearing: no landing zone stands up outside the naming plane. An allocation that never reaches IPAM/DDI is a CM-8 / BOD 23-01 finding; reconciliation is part of provisioning, not later clean-up.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generated rows. Emphasize the reuse: the DDI app (Vol VIII Book 07) already implements this exact loop for DNS-backed subnet provisioning; this book extends the same records to full landing-zone provisioning. FedRAMP Moderate.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composition: the front door governs provisioning; drift after apply is a Vol VII Book 03 concern, and the two compose. Reconciliation depends on the IPAM/DDI backend chosen in the Volume VIII / InfoBlox decision. Hand off to Book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Landing Zone Front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02 — the catalog request that drives change-controlled IaC and reconciles every allocation to the naming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Reconcile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IaC without a front door is not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A Terraform module anyone can apply is a click-path with no approval trail — and an allocation that never reaches IPAM/DDI is shadow inventory the moment it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Request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 catalog item captures the landing-zone parameters (environment, size, address needs) as typed variables, not free text.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Approve / SoD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request routes through approval with separation of duties, and the CPG Terraform Connector runs a speculative plan the approver reviews before any state changes.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Apply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On approval, the change-controlled pipeline applies the reviewed source idempotently — deployed state equals reviewed source (CM-2).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Reconcile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address/subnet allocation is written to and reconciled with the authoritative IPAM/DDI record, then the validation gate closes the request with evidence.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landing-zone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Baseline Configuration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Catalog request drives change-controlled IaC — deployed = reviewed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Change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Approval → speculative plan → apply → gate → 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CM-8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System Component Inventory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Address/subnet reconciled to authoritative IPAM/DDI at provisioning time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This is the DDI ServiceNow app generalized — same connectors, same in-boundary MID, broader module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Provisioning that is governed and reconciled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landing zone stood up through an approved, SoD-gated, evidenced provisioning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Reconciled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 allocation outside the naming plane — CM-8 holds at provisioning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Composes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Provision governed here; monitor drift after apply with Vol VII Book 03 (Azure Policy).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Vol VII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app-registration governance (Book 03) — the workload-identity lifecycle.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