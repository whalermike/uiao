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07 Leadershipbriefing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Leadership Briefing — 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(Markdown)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Briefing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an executive-level briefing on the Unified Identity-Addressing-Overlay Architecture (UIAO). It is designed for CIOs, CISOs, CTOs, PMOs, and mission executives who need to understand the modernization program at a glance. The briefing is structured as a slide-deck narrative and covers program overview, challenges, vision, architecture, compliance alignment, governance, timeline, and outcomes.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Program overview and strategic goal</a:t>
            </a:r>
          </a:p>
          <a:p>
            <a:pPr lvl="0"/>
            <a:r>
              <a:rPr/>
              <a:t>Current state challenges and mission impact</a:t>
            </a:r>
          </a:p>
          <a:p>
            <a:pPr lvl="0"/>
            <a:r>
              <a:rPr/>
              <a:t>End-state vision and guiding principles</a:t>
            </a:r>
          </a:p>
          <a:p>
            <a:pPr lvl="0"/>
            <a:r>
              <a:rPr/>
              <a:t>Six Control Planes and Seven Core Concepts</a:t>
            </a:r>
          </a:p>
          <a:p>
            <a:pPr lvl="0"/>
            <a:r>
              <a:rPr/>
              <a:t>Frozen state analysis</a:t>
            </a:r>
          </a:p>
          <a:p>
            <a:pPr lvl="0"/>
            <a:r>
              <a:rPr/>
              <a:t>Program outcomes</a:t>
            </a:r>
          </a:p>
          <a:p>
            <a:pPr lvl="0"/>
            <a:r>
              <a:rPr/>
              <a:t>Runtime model</a:t>
            </a:r>
          </a:p>
          <a:p>
            <a:pPr lvl="0"/>
            <a:r>
              <a:rPr/>
              <a:t>Compliance alignment (FedRAMP 20x, TIC 3.0, NIST 800-63)</a:t>
            </a:r>
          </a:p>
          <a:p>
            <a:pPr lvl="0"/>
            <a:r>
              <a:rPr/>
              <a:t>Governance and drift controls</a:t>
            </a:r>
          </a:p>
          <a:p>
            <a:pPr lvl="0"/>
            <a:r>
              <a:rPr/>
              <a:t>Modernization timeline summary</a:t>
            </a:r>
          </a:p>
          <a:p>
            <a:pPr lvl="0"/>
            <a:r>
              <a:rPr/>
              <a:t>Executive summary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technical implementation procedures</a:t>
            </a:r>
          </a:p>
          <a:p>
            <a:pPr lvl="0"/>
            <a:r>
              <a:rPr/>
              <a:t>Vendor procurement or licensing details</a:t>
            </a:r>
          </a:p>
          <a:p>
            <a:pPr lvl="0"/>
            <a:r>
              <a:rPr/>
              <a:t>Operational runbooks or playbooks</a:t>
            </a:r>
          </a:p>
          <a:p>
            <a:pPr lvl="0"/>
            <a:r>
              <a:rPr/>
              <a:t>Per-device or per-endpoint configuration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ID, ICAM governance, Conditional Access, PIM, lifecycle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Cisco Catalyst SD-WAN, Cloud OnRamp for M365, INR integration,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IPAM, DNS/DHCP modernization, cloud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Telemetry, SD-WAN telemetry, endpoint telemetry, DNS telemetry, CDM/CLAW, SIEM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 Cloud + Branch, Zero Trust, FedRAMP alignment, NIST 800-63,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(CMDB, change, drift detection), Intune (device trust, compliance, configuration)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Seven Core Concepts govern the UIAO architecture: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Every interaction binds identity, certificates, addressing, path, QoS, and telemetry.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Every IP, certificate, subnet, policy, and telemetry event is derived from identity.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Addressing is identity-derived and policy-driven.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mTLS anchors tunnels, services, and trust relationships.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is a real-time control input, not passive reporting.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Governance is executed through orchestrated workflows, not manual tickets.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Program Overview</a:t>
            </a:r>
          </a:p>
          <a:p>
            <a:pPr lvl="0" indent="0" marL="0">
              <a:buNone/>
            </a:pPr>
            <a:r>
              <a:rPr/>
              <a:t>Unified Identity-Addressing-Overlay Architecture (UIAO) is a coordinated modernization effort across: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and Compliance Plane</a:t>
            </a:r>
          </a:p>
          <a:p>
            <a:pPr lvl="0" indent="0" marL="0">
              <a:buNone/>
            </a:pPr>
            <a:r>
              <a:rPr b="1"/>
              <a:t>Strategic Goal:</a:t>
            </a:r>
            <a:r>
              <a:rPr/>
              <a:t> Transform the agency into a cloud-optimized, identity-driven, telemetry-informed, Zero Trust-aligned, TIC 3.0-compliant federal enterprise.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Why Modernization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Current State Challenges</a:t>
            </a:r>
          </a:p>
          <a:p>
            <a:pPr lvl="0"/>
            <a:r>
              <a:rPr/>
              <a:t>TIC 2.0 hairpin bottlenecks</a:t>
            </a:r>
          </a:p>
          <a:p>
            <a:pPr lvl="0"/>
            <a:r>
              <a:rPr/>
              <a:t>AD-centric identity with limited governance</a:t>
            </a:r>
          </a:p>
          <a:p>
            <a:pPr lvl="0"/>
            <a:r>
              <a:rPr/>
              <a:t>Fragmented IPAM across cloud and on-prem</a:t>
            </a:r>
          </a:p>
          <a:p>
            <a:pPr lvl="0"/>
            <a:r>
              <a:rPr/>
              <a:t>Limited telemetry visibility</a:t>
            </a:r>
          </a:p>
          <a:p>
            <a:pPr lvl="0"/>
            <a:r>
              <a:rPr/>
              <a:t>No INR or E911 readiness</a:t>
            </a:r>
          </a:p>
          <a:p>
            <a:pPr lvl="0"/>
            <a:r>
              <a:rPr/>
              <a:t>Inconsistent 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Mission Impact</a:t>
            </a:r>
          </a:p>
          <a:p>
            <a:pPr lvl="0"/>
            <a:r>
              <a:rPr/>
              <a:t>Poor M365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/>
            <a:r>
              <a:rPr/>
              <a:t>Slower mission execution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Program Vision</a:t>
            </a:r>
          </a:p>
          <a:p>
            <a:pPr lvl="0" indent="0" marL="0">
              <a:buNone/>
            </a:pPr>
            <a:r>
              <a:rPr b="1"/>
              <a:t>End State:</a:t>
            </a:r>
            <a:r>
              <a:rPr/>
              <a:t> A fully modernized, identity-driven, cloud-optimized, telemetry-rich federal network.</a:t>
            </a:r>
          </a:p>
          <a:p>
            <a:pPr lvl="0" indent="0" marL="0">
              <a:buNone/>
            </a:pPr>
            <a:r>
              <a:rPr b="1"/>
              <a:t>Guiding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 b="1"/>
              <a:t>Design Principle:</a:t>
            </a:r>
            <a:r>
              <a:rPr/>
              <a:t> If it degrades the citizen interaction, it does not ship.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The Six Control Planes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Lifecycle automation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 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 (Defender/Intune)</a:t>
            </a:r>
          </a:p>
          <a:p>
            <a:pPr lvl="0"/>
            <a:r>
              <a:rPr/>
              <a:t>DNS telemetry</a:t>
            </a:r>
          </a:p>
          <a:p>
            <a:pPr lvl="0"/>
            <a:r>
              <a:rPr/>
              <a:t>CDM/CLAW reporting</a:t>
            </a:r>
          </a:p>
          <a:p>
            <a:pPr lvl="0"/>
            <a:r>
              <a:rPr/>
              <a:t>SIEM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FedRAMP alignment</a:t>
            </a:r>
          </a:p>
          <a:p>
            <a:pPr lvl="0"/>
            <a:r>
              <a:rPr/>
              <a:t>NIST 800-63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/>
              <a:t>ServiceNow (CMDB, change, drift detection)</a:t>
            </a:r>
          </a:p>
          <a:p>
            <a:pPr lvl="0"/>
            <a:r>
              <a:rPr/>
              <a:t>Intune (device trust, compliance, configuration)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Frozen State Analysis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identity-to-address binding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Program Outcomes</a:t>
            </a:r>
          </a:p>
          <a:p>
            <a:pPr lvl="0"/>
            <a:r>
              <a:rPr/>
              <a:t>Reduced latency and improved M365 performance</a:t>
            </a:r>
          </a:p>
          <a:p>
            <a:pPr lvl="0"/>
            <a:r>
              <a:rPr/>
              <a:t>Stronger identity governance and compliance</a:t>
            </a:r>
          </a:p>
          <a:p>
            <a:pPr lvl="0"/>
            <a:r>
              <a:rPr/>
              <a:t>Accurate addressing and location inference</a:t>
            </a:r>
          </a:p>
          <a:p>
            <a:pPr lvl="0"/>
            <a:r>
              <a:rPr/>
              <a:t>Real-time telemetry for routing and security</a:t>
            </a:r>
          </a:p>
          <a:p>
            <a:pPr lvl="0"/>
            <a:r>
              <a:rPr/>
              <a:t>TIC 3.0 compliance across cloud and branch</a:t>
            </a:r>
          </a:p>
          <a:p>
            <a:pPr lvl="0"/>
            <a:r>
              <a:rPr/>
              <a:t>A unified, future-proof modernization foundation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Continuous Evaluation</a:t>
            </a:r>
          </a:p>
          <a:p>
            <a:pPr lvl="0" indent="0" marL="0">
              <a:buNone/>
            </a:pPr>
            <a:r>
              <a:rPr/>
              <a:t>Telemetry continuously informs routing, access, segmentation, and compliance posture.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>
                <a:latin typeface="Courier"/>
              </a:rPr>
              <a:t>00_ControlPlaneArchitecture.md</a:t>
            </a:r>
            <a:r>
              <a:rPr/>
              <a:t> — defines the six planes referenced throughout</a:t>
            </a:r>
          </a:p>
          <a:p>
            <a:pPr lvl="0"/>
            <a:r>
              <a:rPr>
                <a:latin typeface="Courier"/>
              </a:rPr>
              <a:t>01_UnifiedArchitecture.md</a:t>
            </a:r>
            <a:r>
              <a:rPr/>
              <a:t> — provides the unified architecture model</a:t>
            </a:r>
          </a:p>
          <a:p>
            <a:pPr lvl="0"/>
            <a:r>
              <a:rPr>
                <a:latin typeface="Courier"/>
              </a:rPr>
              <a:t>06_ProgramVision.md</a:t>
            </a:r>
            <a:r>
              <a:rPr/>
              <a:t> — establishes strategic intent and guiding principles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>
                <a:latin typeface="Courier"/>
              </a:rPr>
              <a:t>08_ModernizationTimeline.md</a:t>
            </a:r>
            <a:r>
              <a:rPr/>
              <a:t> — expands the timeline summary in Slide 11</a:t>
            </a:r>
          </a:p>
          <a:p>
            <a:pPr lvl="0"/>
            <a:r>
              <a:rPr>
                <a:latin typeface="Courier"/>
              </a:rPr>
              <a:t>09_CrosswalkIndex.md</a:t>
            </a:r>
            <a:r>
              <a:rPr/>
              <a:t> — indexes control mappings referenced in compliance alignment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Modernization Timeline (Summary)</a:t>
            </a:r>
          </a:p>
          <a:p>
            <a:pPr lvl="0" indent="0" marL="0">
              <a:buNone/>
            </a:pPr>
            <a:r>
              <a:rPr/>
              <a:t>Aligned to Workstreams A-D: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SD-WAN, IPAM, Telemetry HLDs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Conditional Access, LLDs, DNS/DHCP, Location Services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MFA/SSPR, DIA pilots, Cloud IPAM, E911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Telemetry export, IPAM integrations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governance, Identity-aware routing, TIC 3.0 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INR readiness, IPAM automation, TIC 3.0 Branch, CDM/CLAW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Frozen State Analysis is in Section 6.5. Timeline is in Section 9.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Leadershipbriefing</dc:title>
  <dc:creator>UIAO Modernization Program</dc:creator>
  <cp:keywords/>
  <dcterms:created xsi:type="dcterms:W3CDTF">2026-03-31T17:01:06Z</dcterms:created>
  <dcterms:modified xsi:type="dcterms:W3CDTF">2026-03-31T17:01:06Z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