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06 Programvision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 Vision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Vision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Program Vision for the Unified Identity-Addressing-Overlay (UIAO) modernization initiative. It articulates the strategic intent, mission alignment, guiding principles, and end-state outcomes required to transform the agency into a cloud-optimized, identity-driven, telemetry-informed federal enterprise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Strategic modernization vision</a:t>
            </a:r>
          </a:p>
          <a:p>
            <a:pPr lvl="0"/>
            <a:r>
              <a:rPr/>
              <a:t>Mission alignment and business drivers</a:t>
            </a:r>
          </a:p>
          <a:p>
            <a:pPr lvl="0"/>
            <a:r>
              <a:rPr/>
              <a:t>Guiding principles</a:t>
            </a:r>
          </a:p>
          <a:p>
            <a:pPr lvl="0"/>
            <a:r>
              <a:rPr/>
              <a:t>End-state architectural outcomes</a:t>
            </a:r>
          </a:p>
          <a:p>
            <a:pPr lvl="0"/>
            <a:r>
              <a:rPr/>
              <a:t>Technology pillars supporting the program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architecture (see foundational documents)</a:t>
            </a:r>
          </a:p>
          <a:p>
            <a:pPr lvl="0"/>
            <a:r>
              <a:rPr/>
              <a:t>Compliance mappings (see FedRAMP crosswalk)</a:t>
            </a:r>
          </a:p>
          <a:p>
            <a:pPr lvl="0"/>
            <a:r>
              <a:rPr/>
              <a:t>Project sequencing (see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Foundation of Zero Trust and access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 and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location intelligence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truth source for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Alignment with TIC 3.0, FedRAMP 20x, NIST 800-63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 describes how these planes unify into a single modernization program.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is anchored in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modernization philosophy and guide all program decisions.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Purpose of the Modernization Program</a:t>
            </a:r>
          </a:p>
          <a:p>
            <a:pPr lvl="0" indent="0" marL="0">
              <a:buNone/>
            </a:pPr>
            <a:r>
              <a:rPr/>
              <a:t>The agency must modernize to:</a:t>
            </a:r>
          </a:p>
          <a:p>
            <a:pPr lvl="0"/>
            <a:r>
              <a:rPr/>
              <a:t>Improve mission readiness</a:t>
            </a:r>
          </a:p>
          <a:p>
            <a:pPr lvl="0"/>
            <a:r>
              <a:rPr/>
              <a:t>Reduce cyber risk</a:t>
            </a:r>
          </a:p>
          <a:p>
            <a:pPr lvl="0"/>
            <a:r>
              <a:rPr/>
              <a:t>Meet federal mandates</a:t>
            </a:r>
          </a:p>
          <a:p>
            <a:pPr lvl="0"/>
            <a:r>
              <a:rPr/>
              <a:t>Improve citizen-facing services</a:t>
            </a:r>
          </a:p>
          <a:p>
            <a:pPr lvl="0"/>
            <a:r>
              <a:rPr/>
              <a:t>Replace legacy perimeter architectures</a:t>
            </a:r>
          </a:p>
          <a:p>
            <a:pPr lvl="0"/>
            <a:r>
              <a:rPr/>
              <a:t>Enable cloud-first operations</a:t>
            </a:r>
          </a:p>
          <a:p>
            <a:pPr lvl="0"/>
            <a:r>
              <a:rPr/>
              <a:t>Support real-time telemetry and location services</a:t>
            </a:r>
          </a:p>
          <a:p>
            <a:pPr lvl="0" indent="0" marL="0">
              <a:buNone/>
            </a:pPr>
            <a:r>
              <a:rPr/>
              <a:t>UIAO provides the architectural foundation for this transformation.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Technology Pillars</a:t>
            </a:r>
          </a:p>
          <a:p>
            <a:pPr lvl="0" indent="0" marL="0">
              <a:buNone/>
            </a:pPr>
            <a:r>
              <a:rPr/>
              <a:t>The modernization program is built on real, production-grade federal technologies: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Authoritative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&amp; Compliance Plane</a:t>
            </a:r>
          </a:p>
          <a:p>
            <a:pPr lvl="0" indent="0" marL="0">
              <a:buNone/>
            </a:pPr>
            <a:r>
              <a:rPr/>
              <a:t>These pillars form the operational substrate of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Guiding Principles</a:t>
            </a:r>
          </a:p>
          <a:p>
            <a:pPr lvl="0" indent="0" marL="0">
              <a:buNone/>
            </a:pPr>
            <a:r>
              <a:rPr/>
              <a:t>The modernization program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ensure modernization is sustainable, compliant, and mission-aligned.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End-State Vision</a:t>
            </a:r>
          </a:p>
          <a:p>
            <a:pPr lvl="0" indent="0" marL="0">
              <a:buNone/>
            </a:pPr>
            <a:r>
              <a:rPr/>
              <a:t>The end state is a fully modernized, identity-driven, cloud-optimized, telemetry-rich federal network where:</a:t>
            </a:r>
          </a:p>
          <a:p>
            <a:pPr lvl="0"/>
            <a:r>
              <a:rPr/>
              <a:t>Identity governs access, addressing, certificates, and policy</a:t>
            </a:r>
          </a:p>
          <a:p>
            <a:pPr lvl="0"/>
            <a:r>
              <a:rPr/>
              <a:t>Routing is cloud-first and performance-optimized</a:t>
            </a:r>
          </a:p>
          <a:p>
            <a:pPr lvl="0"/>
            <a:r>
              <a:rPr/>
              <a:t>Addressing is deterministic and identity-derived</a:t>
            </a:r>
          </a:p>
          <a:p>
            <a:pPr lvl="0"/>
            <a:r>
              <a:rPr/>
              <a:t>Telemetry provides real-time assurance and location inference</a:t>
            </a:r>
          </a:p>
          <a:p>
            <a:pPr lvl="0"/>
            <a:r>
              <a:rPr/>
              <a:t>Governance is automated and drift-resistant</a:t>
            </a:r>
          </a:p>
          <a:p>
            <a:pPr lvl="0"/>
            <a:r>
              <a:rPr/>
              <a:t>Security is continuous and Zero Trust-aligned</a:t>
            </a:r>
          </a:p>
          <a:p>
            <a:pPr lvl="0"/>
            <a:r>
              <a:rPr/>
              <a:t>Citizen experience is prioritized in every decision</a:t>
            </a:r>
          </a:p>
          <a:p>
            <a:pPr lvl="0" indent="0" marL="0">
              <a:buNone/>
            </a:pPr>
            <a:r>
              <a:rPr/>
              <a:t>This is the target architecture for the agency.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adopts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Conversation-Centric Operation</a:t>
            </a:r>
          </a:p>
          <a:p>
            <a:pPr lvl="0" indent="0" marL="0">
              <a:buNone/>
            </a:pPr>
            <a:r>
              <a:rPr/>
              <a:t>Every interaction is treated as a conversation with: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QoS</a:t>
            </a:r>
          </a:p>
          <a:p>
            <a:pPr lvl="0"/>
            <a:r>
              <a:rPr/>
              <a:t>Telemetry</a:t>
            </a:r>
          </a:p>
          <a:p>
            <a:pPr lvl="0" indent="0" marL="0">
              <a:buNone/>
            </a:pPr>
            <a:r>
              <a:rPr/>
              <a:t>bound together as a single correlated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continuously informs:</a:t>
            </a:r>
          </a:p>
          <a:p>
            <a:pPr lvl="0"/>
            <a:r>
              <a:rPr/>
              <a:t>Routing</a:t>
            </a:r>
          </a:p>
          <a:p>
            <a:pPr lvl="0"/>
            <a:r>
              <a:rPr/>
              <a:t>Access</a:t>
            </a:r>
          </a:p>
          <a:p>
            <a:pPr lvl="0"/>
            <a:r>
              <a:rPr/>
              <a:t>Segmentation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ensures real-time alignment with Zero Trust and FedRAMP 20x.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aligns with: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8.4 SCuBA</a:t>
            </a:r>
          </a:p>
          <a:p>
            <a:pPr lvl="0"/>
            <a:r>
              <a:rPr/>
              <a:t>M365 hardening</a:t>
            </a:r>
          </a:p>
          <a:p>
            <a:pPr lvl="0"/>
            <a:r>
              <a:rPr/>
              <a:t>Identity governance</a:t>
            </a:r>
          </a:p>
          <a:p>
            <a:pPr lvl="0"/>
            <a:r>
              <a:rPr/>
              <a:t>Telemetry integration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Network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Telemetry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crosswalk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Program Vision informs all phases of the modernization timeline.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Technology Pillars are in Section 6.2.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Programvision</dc:title>
  <dc:creator>UIAO Modernization Program</dc:creator>
  <cp:keywords/>
  <dcterms:created xsi:type="dcterms:W3CDTF">2026-03-31T17:01:00Z</dcterms:created>
  <dcterms:modified xsi:type="dcterms:W3CDTF">2026-03-31T17:01:00Z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