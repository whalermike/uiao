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03 Fedramp20X Crosswalk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UIAO Modernization Program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31,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UIAO FedRAMP 20x Compliance Crosswalk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CUI/FOUO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 Plane(s)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Identity, Network, Addressing, Telemetry, Security,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 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Compliance Crosswalk (02_Appendices)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document provides the authoritative FedRAMP 20x compliance crosswalk for the Unified Identity-Addressing-Overlay (UIAO) architecture. It maps UIAO’s core concepts, control planes, and runtime model to the NIST SP 800-53 Rev 5 controls required for a FedRAMP Moderate (Class C) authorization under the 20x telemetry-based validation framework.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Included</a:t>
            </a:r>
          </a:p>
          <a:p>
            <a:pPr lvl="0"/>
            <a:r>
              <a:rPr/>
              <a:t>Mapping of UIAO concepts to NIST 800-53 Rev 5 controls</a:t>
            </a:r>
          </a:p>
          <a:p>
            <a:pPr lvl="0"/>
            <a:r>
              <a:rPr/>
              <a:t>KSI (Key Security Indicator) alignment</a:t>
            </a:r>
          </a:p>
          <a:p>
            <a:pPr lvl="0"/>
            <a:r>
              <a:rPr/>
              <a:t>Evidence sources for telemetry-based validation</a:t>
            </a:r>
          </a:p>
          <a:p>
            <a:pPr lvl="0"/>
            <a:r>
              <a:rPr/>
              <a:t>Mandatory 2026 infrastructure requirements</a:t>
            </a:r>
          </a:p>
          <a:p>
            <a:pPr lvl="0"/>
            <a:r>
              <a:rPr/>
              <a:t>Audit anchors and continuous monitoring expectations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Excluded</a:t>
            </a:r>
          </a:p>
          <a:p>
            <a:pPr lvl="0"/>
            <a:r>
              <a:rPr/>
              <a:t>Implementation-specific configurations</a:t>
            </a:r>
          </a:p>
          <a:p>
            <a:pPr lvl="0"/>
            <a:r>
              <a:rPr/>
              <a:t>Vendor deployment guides</a:t>
            </a:r>
          </a:p>
          <a:p>
            <a:pPr lvl="0"/>
            <a:r>
              <a:rPr/>
              <a:t>Project plan sequencing (covered in modernization timeline)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Control Plane Alignment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crosswalk spans all six UIAO control planes: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Compliance Role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 assurance, MFA, lifecycle governance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Segmentation, routing, overlay security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Deterministic IPAM, DNS/DHCP integrity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 &amp; Location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Continuous monitoring, KSI generation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&amp; 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Zero Trust enforcement, FedRAMP alignment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CMDB, drift detection, remediation workflows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plane contributes evidence to FedRAMP 20x telemetry validation.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crosswalk maps the Seven Core Concepts to NIST controls:</a:t>
            </a:r>
          </a:p>
          <a:p>
            <a:pPr lvl="0" indent="-342900" marL="342900">
              <a:buAutoNum type="arabicPeriod"/>
            </a:pPr>
            <a:r>
              <a:rPr/>
              <a:t>Conversation as the atomic unit → AC-4, SI-4</a:t>
            </a:r>
          </a:p>
          <a:p>
            <a:pPr lvl="0" indent="-342900" marL="342900">
              <a:buAutoNum type="arabicPeriod"/>
            </a:pPr>
            <a:r>
              <a:rPr/>
              <a:t>Identity as the root namespace → IA-2, AC-2</a:t>
            </a:r>
          </a:p>
          <a:p>
            <a:pPr lvl="0" indent="-342900" marL="342900">
              <a:buAutoNum type="arabicPeriod"/>
            </a:pPr>
            <a:r>
              <a:rPr/>
              <a:t>Deterministic addressing → CM-8, AC-4</a:t>
            </a:r>
          </a:p>
          <a:p>
            <a:pPr lvl="0" indent="-342900" marL="342900">
              <a:buAutoNum type="arabicPeriod"/>
            </a:pPr>
            <a:r>
              <a:rPr/>
              <a:t>Certificate-anchored overlay → SC-8, IA-5</a:t>
            </a:r>
          </a:p>
          <a:p>
            <a:pPr lvl="0" indent="-342900" marL="342900">
              <a:buAutoNum type="arabicPeriod"/>
            </a:pPr>
            <a:r>
              <a:rPr/>
              <a:t>Telemetry as control → CA-7, SI-4</a:t>
            </a:r>
          </a:p>
          <a:p>
            <a:pPr lvl="0" indent="-342900" marL="342900">
              <a:buAutoNum type="arabicPeriod"/>
            </a:pPr>
            <a:r>
              <a:rPr/>
              <a:t>Embedded governance &amp; automation → CM-2, CM-3</a:t>
            </a:r>
          </a:p>
          <a:p>
            <a:pPr lvl="0" indent="-342900" marL="342900">
              <a:buAutoNum type="arabicPeriod"/>
            </a:pPr>
            <a:r>
              <a:rPr/>
              <a:t>Public service first → PT-2 (privacy and minimization)</a:t>
            </a:r>
          </a:p>
          <a:p>
            <a:pPr lvl="0" indent="0" marL="0">
              <a:buNone/>
            </a:pPr>
            <a:r>
              <a:rPr/>
              <a:t>These mappings are frozen and must appear identically across all UIAO compliance documents.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6. Architecture 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6.1 FedRAMP 20x Overview</a:t>
            </a:r>
          </a:p>
          <a:p>
            <a:pPr lvl="0" indent="0" marL="0">
              <a:buNone/>
            </a:pPr>
            <a:r>
              <a:rPr/>
              <a:t>FedRAMP 20x replaces narrative-based compliance with telemetry-based validation, requiring:</a:t>
            </a:r>
          </a:p>
          <a:p>
            <a:pPr lvl="0"/>
            <a:r>
              <a:rPr/>
              <a:t>Machine-readable OSCAL packages</a:t>
            </a:r>
          </a:p>
          <a:p>
            <a:pPr lvl="0"/>
            <a:r>
              <a:rPr/>
              <a:t>Real-time Key Security Indicators (KSIs)</a:t>
            </a:r>
          </a:p>
          <a:p>
            <a:pPr lvl="0"/>
            <a:r>
              <a:rPr/>
              <a:t>Automated evidence generation</a:t>
            </a:r>
          </a:p>
          <a:p>
            <a:pPr lvl="0"/>
            <a:r>
              <a:rPr/>
              <a:t>Continuous monitoring (CA-7)</a:t>
            </a:r>
          </a:p>
          <a:p>
            <a:pPr lvl="0"/>
            <a:r>
              <a:rPr/>
              <a:t>Identity-anchored access control</a:t>
            </a:r>
          </a:p>
          <a:p>
            <a:pPr lvl="0"/>
            <a:r>
              <a:rPr/>
              <a:t>Deterministic asset inventory</a:t>
            </a:r>
          </a:p>
          <a:p>
            <a:pPr lvl="0" indent="0" marL="0">
              <a:buNone/>
            </a:pPr>
            <a:r>
              <a:rPr/>
              <a:t>UIAO is designed explicitly to satisfy these requirements.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6.2 Fundamental Concept Mapping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UIAO 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NIST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Evidence Source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Conversation as Atomic Unit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AC-4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KSI-CNA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SD-WAN flow telemetry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 as Root Namespace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IA-2 / AC-2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KSI-IAM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Entra ID &amp; CyberArk logs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Deterministic 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CM-8 / AC-4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KSI-PIY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Infoblox BloxOne DDI API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Certificate-Anchored Overlay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SC-8 / IA-5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KSI-SVC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SD-WAN mTLS configuration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 as Control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CA-7 / SI-4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KSI-MLA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M365 &amp; SD-WAN telemetry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Embedded Governance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CM-2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KSI-CMT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GitHub YAML baseline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Public Service First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PT-2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KSI-CED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 &amp; overlay minimization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mappings are canonical and must not be altered.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Runtime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UIAO’s runtime model directly supports FedRAMP 20x telemetry validation.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7.1 Conversation-Level Telemetry</a:t>
            </a:r>
          </a:p>
          <a:p>
            <a:pPr lvl="0" indent="0" marL="0">
              <a:buNone/>
            </a:pPr>
            <a:r>
              <a:rPr/>
              <a:t>Every conversation produces:</a:t>
            </a:r>
          </a:p>
          <a:p>
            <a:pPr lvl="0"/>
            <a:r>
              <a:rPr/>
              <a:t>Identity metadata</a:t>
            </a:r>
          </a:p>
          <a:p>
            <a:pPr lvl="0"/>
            <a:r>
              <a:rPr/>
              <a:t>Addressing metadata</a:t>
            </a:r>
          </a:p>
          <a:p>
            <a:pPr lvl="0"/>
            <a:r>
              <a:rPr/>
              <a:t>Certificate metadata</a:t>
            </a:r>
          </a:p>
          <a:p>
            <a:pPr lvl="0"/>
            <a:r>
              <a:rPr/>
              <a:t>Path and QoS telemetry</a:t>
            </a:r>
          </a:p>
          <a:p>
            <a:pPr lvl="0"/>
            <a:r>
              <a:rPr/>
              <a:t>Security and assurance signals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7.2 Deterministic Evidence</a:t>
            </a:r>
          </a:p>
          <a:p>
            <a:pPr lvl="0" indent="0" marL="0">
              <a:buNone/>
            </a:pPr>
            <a:r>
              <a:rPr/>
              <a:t>Given identical inputs, UIAO produces identical telemetry outputs — enabling reproducible compliance.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7.3 Continuous Monitoring</a:t>
            </a:r>
          </a:p>
          <a:p>
            <a:pPr lvl="0" indent="0" marL="0">
              <a:buNone/>
            </a:pPr>
            <a:r>
              <a:rPr/>
              <a:t>Telemetry feeds:</a:t>
            </a:r>
          </a:p>
          <a:p>
            <a:pPr lvl="0"/>
            <a:r>
              <a:rPr/>
              <a:t>CA-7 continuous monitoring</a:t>
            </a:r>
          </a:p>
          <a:p>
            <a:pPr lvl="0"/>
            <a:r>
              <a:rPr/>
              <a:t>SI-4 anomaly detection</a:t>
            </a:r>
          </a:p>
          <a:p>
            <a:pPr lvl="0"/>
            <a:r>
              <a:rPr/>
              <a:t>AC-4 segmentation enforcement</a:t>
            </a:r>
          </a:p>
          <a:p>
            <a:pPr lvl="0"/>
            <a:r>
              <a:rPr/>
              <a:t>SC-8 certificate validation</a:t>
            </a:r>
          </a:p>
          <a:p>
            <a:pPr lvl="0" indent="0" marL="0">
              <a:buNone/>
            </a:pPr>
            <a:r>
              <a:rPr/>
              <a:t>This satisfies FedRAMP’s requirement for machine-generated evidence.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8. Compliance Mapping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8.1 Mandatory 2026 Infrastructure Requirements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NTC-0003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Automated Security Inbox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2026-01-05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RFC-0024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OSCAL Machine-Readability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2026-09-30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M-24-15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Phishing-Resistant MFA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2026-09-30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UIAO satisfies all three through Entra ID, SD-WAN telemetry, and GitHub-based governance.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8.2 Audit Anchor Summary</a:t>
            </a:r>
          </a:p>
          <a:p>
            <a:pPr lvl="0" indent="0" marL="0">
              <a:buNone/>
            </a:pPr>
            <a:r>
              <a:rPr/>
              <a:t>UIAO provides continuous telemetry via:</a:t>
            </a:r>
          </a:p>
          <a:p>
            <a:pPr lvl="0"/>
            <a:r>
              <a:rPr b="1"/>
              <a:t>Identity Pillar:</a:t>
            </a:r>
            <a:r>
              <a:rPr/>
              <a:t> Entra ID MFA, PIV/FIDO2</a:t>
            </a:r>
          </a:p>
          <a:p>
            <a:pPr lvl="0"/>
            <a:r>
              <a:rPr b="1"/>
              <a:t>Addressing Pillar:</a:t>
            </a:r>
            <a:r>
              <a:rPr/>
              <a:t> Infoblox deterministic IPAM</a:t>
            </a:r>
          </a:p>
          <a:p>
            <a:pPr lvl="0"/>
            <a:r>
              <a:rPr b="1"/>
              <a:t>Overlay Pillar:</a:t>
            </a:r>
            <a:r>
              <a:rPr/>
              <a:t> SD-WAN mTLS service chain</a:t>
            </a:r>
          </a:p>
          <a:p>
            <a:pPr lvl="0"/>
            <a:r>
              <a:rPr b="1"/>
              <a:t>Telemetry Pillar:</a:t>
            </a:r>
            <a:r>
              <a:rPr/>
              <a:t> M365, SD-WAN, DNS, endpoint signals</a:t>
            </a:r>
          </a:p>
          <a:p>
            <a:pPr lvl="0" indent="0" marL="0">
              <a:buNone/>
            </a:pPr>
            <a:r>
              <a:rPr/>
              <a:t>These anchors form the evidence base for FedRAMP 20x.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8.3 KSI Definitions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KSI-IAM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 authentication logs (Entra ID)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KSI-PIY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Deterministic asset inventory (Infoblox)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KSI-MLA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 health &amp; path telemetry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KSI-SVC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Certificate enforcement (mTLS)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KSI-CMT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Baseline drift detection (GitHub YAML)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KSI-CNA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Packet-level identity metadata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KSI-CED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minimization enforcement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KSIs are mandatory for FedRAMP 20x validation.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Dependencies &amp; Sequencing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Upstream Dependencies</a:t>
            </a:r>
          </a:p>
          <a:p>
            <a:pPr lvl="0"/>
            <a:r>
              <a:rPr/>
              <a:t>Identity modernization (Workstream A)</a:t>
            </a:r>
          </a:p>
          <a:p>
            <a:pPr lvl="0"/>
            <a:r>
              <a:rPr/>
              <a:t>SD-WAN HLD/LLD (Workstream B)</a:t>
            </a:r>
          </a:p>
          <a:p>
            <a:pPr lvl="0"/>
            <a:r>
              <a:rPr/>
              <a:t>IPAM modernization (Workstream C)</a:t>
            </a:r>
          </a:p>
          <a:p>
            <a:pPr lvl="0"/>
            <a:r>
              <a:rPr/>
              <a:t>Telemetry integration (Workstream D)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Downstream Dependencies</a:t>
            </a:r>
          </a:p>
          <a:p>
            <a:pPr lvl="0"/>
            <a:r>
              <a:rPr/>
              <a:t>TIC 3.0 Cloud &amp; Branch packages</a:t>
            </a:r>
          </a:p>
          <a:p>
            <a:pPr lvl="0"/>
            <a:r>
              <a:rPr/>
              <a:t>FedRAMP annual assessment</a:t>
            </a:r>
          </a:p>
          <a:p>
            <a:pPr lvl="0"/>
            <a:r>
              <a:rPr/>
              <a:t>Continuous monitoring dashboards</a:t>
            </a:r>
          </a:p>
          <a:p>
            <a:pPr lvl="0"/>
            <a:r>
              <a:rPr/>
              <a:t>Governance workflows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Timeline Alignment</a:t>
            </a:r>
          </a:p>
          <a:p>
            <a:pPr lvl="0" indent="0" marL="0">
              <a:buNone/>
            </a:pPr>
            <a:r>
              <a:rPr/>
              <a:t>This document aligns with Months 3-6 of the modernization timeline.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10. Governance &amp; Drift Controls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of Authority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Authority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 lifecycle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 architecture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Certificate trust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PKI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Configuration baselines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System owners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Drift Detection</a:t>
            </a:r>
          </a:p>
          <a:p>
            <a:pPr lvl="0"/>
            <a:r>
              <a:rPr/>
              <a:t>GitHub YAML baseline comparison</a:t>
            </a:r>
          </a:p>
          <a:p>
            <a:pPr lvl="0"/>
            <a:r>
              <a:rPr/>
              <a:t>ServiceNow CMDB reconciliation</a:t>
            </a:r>
          </a:p>
          <a:p>
            <a:pPr lvl="0"/>
            <a:r>
              <a:rPr/>
              <a:t>Intune compliance</a:t>
            </a:r>
          </a:p>
          <a:p>
            <a:pPr lvl="0"/>
            <a:r>
              <a:rPr/>
              <a:t>SD-WAN overlay validation</a:t>
            </a:r>
          </a:p>
          <a:p>
            <a:pPr lvl="0"/>
            <a:r>
              <a:rPr/>
              <a:t>IPAM reconciliation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Remediation Workflow</a:t>
            </a:r>
          </a:p>
          <a:p>
            <a:pPr lvl="0"/>
            <a:r>
              <a:rPr/>
              <a:t>Automated ServiceNow change</a:t>
            </a:r>
          </a:p>
          <a:p>
            <a:pPr lvl="0"/>
            <a:r>
              <a:rPr/>
              <a:t>Conditional Access enforcement</a:t>
            </a:r>
          </a:p>
          <a:p>
            <a:pPr lvl="0"/>
            <a:r>
              <a:rPr/>
              <a:t>Certificate renewal</a:t>
            </a:r>
          </a:p>
          <a:p>
            <a:pPr lvl="0"/>
            <a:r>
              <a:rPr/>
              <a:t>IPAM correction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Audit Anchors</a:t>
            </a:r>
          </a:p>
          <a:p>
            <a:pPr lvl="0"/>
            <a:r>
              <a:rPr/>
              <a:t>Entra ID logs</a:t>
            </a:r>
          </a:p>
          <a:p>
            <a:pPr lvl="0"/>
            <a:r>
              <a:rPr/>
              <a:t>Infoblox API records</a:t>
            </a:r>
          </a:p>
          <a:p>
            <a:pPr lvl="0"/>
            <a:r>
              <a:rPr/>
              <a:t>SD-WAN telemetry</a:t>
            </a:r>
          </a:p>
          <a:p>
            <a:pPr lvl="0"/>
            <a:r>
              <a:rPr/>
              <a:t>Intune compliance reports</a:t>
            </a:r>
          </a:p>
          <a:p>
            <a:pPr lvl="0"/>
            <a:r>
              <a:rPr/>
              <a:t>ServiceNow audit trails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Appendices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Appendix A: Definitions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docs/glossary.md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B: Tables</a:t>
            </a:r>
          </a:p>
          <a:p>
            <a:pPr lvl="0" indent="0" marL="0">
              <a:buNone/>
            </a:pPr>
            <a:r>
              <a:rPr i="1"/>
              <a:t>Fundamental Concept Mapping table is in Section 6.2. KSI Definitions table is in Section 8.3. Mandatory 2026 Requirements table is in Section 8.1.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C: Diagram References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docs/images/</a:t>
            </a:r>
            <a:r>
              <a:rPr i="1"/>
              <a:t> for all referenced architecture diagrams.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D: Evidence Sources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data/parameters.yml</a:t>
            </a:r>
            <a:r>
              <a:rPr i="1"/>
              <a:t> and control-library entries for evidence source catalogs.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E: KSI Reference Model</a:t>
            </a:r>
          </a:p>
          <a:p>
            <a:pPr lvl="0" indent="0" marL="0">
              <a:buNone/>
            </a:pPr>
            <a:r>
              <a:rPr i="1"/>
              <a:t>KSI definitions are in Section 8.3. Machine-readable KSI mappings are in </a:t>
            </a:r>
            <a:r>
              <a:rPr i="1">
                <a:latin typeface="Courier"/>
              </a:rPr>
              <a:t>data/crosswalk-index.yml</a:t>
            </a:r>
            <a:r>
              <a:rPr i="1"/>
              <a:t>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Revision History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 of Changes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UIAO Canon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Initial canonical release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 Fedramp20X Crosswalk</dc:title>
  <dc:creator>UIAO Modernization Program</dc:creator>
  <cp:keywords/>
  <dcterms:created xsi:type="dcterms:W3CDTF">2026-03-31T16:54:35Z</dcterms:created>
  <dcterms:modified xsi:type="dcterms:W3CDTF">2026-03-31T16:54:35Z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rossref">
    <vt:lpwstr/>
  </property>
  <property fmtid="{D5CDD505-2E9C-101B-9397-08002B2CF9AE}" pid="6" name="date">
    <vt:lpwstr>March 31, 2026</vt:lpwstr>
  </property>
  <property fmtid="{D5CDD505-2E9C-101B-9397-08002B2CF9AE}" pid="7" name="date-format">
    <vt:lpwstr>MMMM D, YYYY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mermaid">
    <vt:lpwstr/>
  </property>
  <property fmtid="{D5CDD505-2E9C-101B-9397-08002B2CF9AE}" pid="13" name="toc-title">
    <vt:lpwstr>Table of contents</vt:lpwstr>
  </property>
</Properties>
</file>