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08 Modernizationtimeline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Modernization Timeline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 Timeline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official modernization timeline for the Unified Identity-Addressing-Overlay (UIAO) program. It sequences identity, network, addressing, telemetry, security, and governance modernization activities into a coherent, dependency-aware, leadership-ready plan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Six-month modernization timeline</a:t>
            </a:r>
          </a:p>
          <a:p>
            <a:pPr lvl="0"/>
            <a:r>
              <a:rPr/>
              <a:t>Workstream sequencing (A-D)</a:t>
            </a:r>
          </a:p>
          <a:p>
            <a:pPr lvl="0"/>
            <a:r>
              <a:rPr/>
              <a:t>Dependencies across control planes</a:t>
            </a:r>
          </a:p>
          <a:p>
            <a:pPr lvl="0"/>
            <a:r>
              <a:rPr/>
              <a:t>Milestones, deliverables, and readiness gates</a:t>
            </a:r>
          </a:p>
          <a:p>
            <a:pPr lvl="0"/>
            <a:r>
              <a:rPr/>
              <a:t>Alignment with federal mandates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project plans (covered in appendices)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Budget and acquisition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Timeline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First modernization priority; foundation for all others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3.0, Zero Trust, FedRAMP 20x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ensures each plane is modernized in the correct order.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guide sequencing and prioritization.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Workstream Overview</a:t>
            </a:r>
          </a:p>
          <a:p>
            <a:pPr lvl="0" indent="0" marL="0">
              <a:buNone/>
            </a:pPr>
            <a:r>
              <a:rPr/>
              <a:t>The modernization program is divided into four coordinated workstreams: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A — Identity Modernization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MFA/SSPR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Device trust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B — Network Modernization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DIA</a:t>
            </a:r>
          </a:p>
          <a:p>
            <a:pPr lvl="0"/>
            <a:r>
              <a:rPr/>
              <a:t>INR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C — Addressing Modernization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Cloud/on-prem reconciliation</a:t>
            </a:r>
          </a:p>
          <a:p>
            <a:pPr lvl="0"/>
            <a:r>
              <a:rPr/>
              <a:t>Deterministic addressing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D — Telemetry and Governance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</a:t>
            </a:r>
          </a:p>
          <a:p>
            <a:pPr lvl="0"/>
            <a:r>
              <a:rPr/>
              <a:t>ServiceNow CMDB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TIC 3.0 Cloud + Branch</a:t>
            </a:r>
          </a:p>
          <a:p>
            <a:pPr lvl="0" indent="0" marL="0">
              <a:buNone/>
            </a:pPr>
            <a:r>
              <a:rPr/>
              <a:t>These workstreams operate in parallel but with strict dependency ordering.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Sequencing</a:t>
            </a:r>
          </a:p>
          <a:p>
            <a:pPr lvl="0" indent="0" marL="0">
              <a:buNone/>
            </a:pPr>
            <a:r>
              <a:rPr/>
              <a:t>Identity modernization must precede:</a:t>
            </a:r>
          </a:p>
          <a:p>
            <a:pPr lvl="0"/>
            <a:r>
              <a:rPr/>
              <a:t>Addressing modernization</a:t>
            </a:r>
          </a:p>
          <a:p>
            <a:pPr lvl="0"/>
            <a:r>
              <a:rPr/>
              <a:t>Network segmentation</a:t>
            </a:r>
          </a:p>
          <a:p>
            <a:pPr lvl="0"/>
            <a:r>
              <a:rPr/>
              <a:t>Telemetry correlation</a:t>
            </a:r>
          </a:p>
          <a:p>
            <a:pPr lvl="0"/>
            <a:r>
              <a:rPr/>
              <a:t>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integration begins early and matures throughout the timeline.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Modernization Timeline (6 Months)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canonical, dependency-aware modernization timeline.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1 — Foundations (HLD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Entra ID HLD</a:t>
            </a:r>
          </a:p>
          <a:p>
            <a:pPr lvl="0"/>
            <a:r>
              <a:rPr/>
              <a:t>MFA/SSPR readiness</a:t>
            </a:r>
          </a:p>
          <a:p>
            <a:pPr lvl="0"/>
            <a:r>
              <a:rPr/>
              <a:t>Identity lifecycle mapping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HLD</a:t>
            </a:r>
          </a:p>
          <a:p>
            <a:pPr lvl="0"/>
            <a:r>
              <a:rPr/>
              <a:t>Cloud OnRamp design</a:t>
            </a:r>
          </a:p>
          <a:p>
            <a:pPr lvl="0"/>
            <a:r>
              <a:rPr/>
              <a:t>INR architecture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HLD</a:t>
            </a:r>
          </a:p>
          <a:p>
            <a:pPr lvl="0"/>
            <a:r>
              <a:rPr/>
              <a:t>DNS/DHCP discovery</a:t>
            </a:r>
          </a:p>
          <a:p>
            <a:pPr lvl="0"/>
            <a:r>
              <a:rPr/>
              <a:t>Addressing inventory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Network Telemetry HLD</a:t>
            </a:r>
          </a:p>
          <a:p>
            <a:pPr lvl="0"/>
            <a:r>
              <a:rPr/>
              <a:t>SD-WAN telemetry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baseline</a:t>
            </a:r>
          </a:p>
          <a:p>
            <a:pPr lvl="0"/>
            <a:r>
              <a:rPr/>
              <a:t>Drift detection framework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HLDs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2 — Configuration (LLD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Conditional Access LLD</a:t>
            </a:r>
          </a:p>
          <a:p>
            <a:pPr lvl="0"/>
            <a:r>
              <a:rPr/>
              <a:t>PIM configuration</a:t>
            </a:r>
          </a:p>
          <a:p>
            <a:pPr lvl="0"/>
            <a:r>
              <a:rPr/>
              <a:t>Identity governance policies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LLD</a:t>
            </a:r>
          </a:p>
          <a:p>
            <a:pPr lvl="0"/>
            <a:r>
              <a:rPr/>
              <a:t>DIA design</a:t>
            </a:r>
          </a:p>
          <a:p>
            <a:pPr lvl="0"/>
            <a:r>
              <a:rPr/>
              <a:t>Segmentation policy draft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DNS/DHCP LLD</a:t>
            </a:r>
          </a:p>
          <a:p>
            <a:pPr lvl="0"/>
            <a:r>
              <a:rPr/>
              <a:t>Cloud IPAM integration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Location inference (IPAM + SD-WAN)</a:t>
            </a:r>
          </a:p>
          <a:p>
            <a:pPr lvl="0"/>
            <a:r>
              <a:rPr/>
              <a:t>E911 readiness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enrichment</a:t>
            </a:r>
          </a:p>
          <a:p>
            <a:pPr lvl="0"/>
            <a:r>
              <a:rPr/>
              <a:t>Intune compliance baseline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LLDs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3 — Initial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MFA/SSPR rollout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Identity governance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DIA pilot</a:t>
            </a:r>
          </a:p>
          <a:p>
            <a:pPr lvl="0"/>
            <a:r>
              <a:rPr/>
              <a:t>SD-WAN pilot</a:t>
            </a:r>
          </a:p>
          <a:p>
            <a:pPr lvl="0"/>
            <a:r>
              <a:rPr/>
              <a:t>Cloud OnRamp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Cloud IPAM pilot</a:t>
            </a:r>
          </a:p>
          <a:p>
            <a:pPr lvl="0"/>
            <a:r>
              <a:rPr/>
              <a:t>DNS/DHCP modernization pilot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telemetry ingestion</a:t>
            </a:r>
          </a:p>
          <a:p>
            <a:pPr lvl="0"/>
            <a:r>
              <a:rPr/>
              <a:t>SD-WAN telemetry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 enforcement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 and network pilots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4 —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Full Conditional Access rollout</a:t>
            </a:r>
          </a:p>
          <a:p>
            <a:pPr lvl="0"/>
            <a:r>
              <a:rPr/>
              <a:t>PIM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Segmentation rollout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DIA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rollout</a:t>
            </a:r>
          </a:p>
          <a:p>
            <a:pPr lvl="0"/>
            <a:r>
              <a:rPr/>
              <a:t>DNS/DHCP modernization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Location inference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Drift detection automation</a:t>
            </a:r>
          </a:p>
          <a:p>
            <a:pPr lvl="0"/>
            <a:r>
              <a:rPr/>
              <a:t>ServiceNow change workflows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Identity-aware routing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5 —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ICAM governance maturity</a:t>
            </a:r>
          </a:p>
          <a:p>
            <a:pPr lvl="0"/>
            <a:r>
              <a:rPr/>
              <a:t>Identity assurance tuning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SD-WAN optimization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automation</a:t>
            </a:r>
          </a:p>
          <a:p>
            <a:pPr lvl="0"/>
            <a:r>
              <a:rPr/>
              <a:t>Cloud/on-prem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SIEM integration</a:t>
            </a:r>
          </a:p>
          <a:p>
            <a:pPr lvl="0"/>
            <a:r>
              <a:rPr/>
              <a:t>CDM/CLAW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Continuous Authorization (CA-7)</a:t>
            </a:r>
          </a:p>
          <a:p>
            <a:pPr lvl="0"/>
            <a:r>
              <a:rPr/>
              <a:t>Automated remediation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Full telemetry integration.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6 — Compliance and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NIST 800-63 alignment</a:t>
            </a:r>
          </a:p>
          <a:p>
            <a:pPr lvl="0"/>
            <a:r>
              <a:rPr/>
              <a:t>Identity assurance validation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TIC 3.0 Cloud Use Case</a:t>
            </a:r>
          </a:p>
          <a:p>
            <a:pPr lvl="0"/>
            <a:r>
              <a:rPr/>
              <a:t>TIC 3.0 Branch Use Case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validation</a:t>
            </a:r>
          </a:p>
          <a:p>
            <a:pPr lvl="0"/>
            <a:r>
              <a:rPr/>
              <a:t>DNS/DHCP modernization complete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KSI generation</a:t>
            </a:r>
          </a:p>
          <a:p>
            <a:pPr lvl="0"/>
            <a:r>
              <a:rPr/>
              <a:t>FedRAMP 20x evidence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authoritative</a:t>
            </a:r>
          </a:p>
          <a:p>
            <a:pPr lvl="0"/>
            <a:r>
              <a:rPr/>
              <a:t>Drift-resistant operations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FedRAMP 20x Phase 2 readiness.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Identity - Addressing - Network - Telemetry - Governance - Compliance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Modernization Timeline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 Modernizationtimeline</dc:title>
  <dc:creator>UIAO Modernization Program</dc:creator>
  <cp:keywords/>
  <dcterms:created xsi:type="dcterms:W3CDTF">2026-03-31T17:33:37Z</dcterms:created>
  <dcterms:modified xsi:type="dcterms:W3CDTF">2026-03-31T17:33:37Z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