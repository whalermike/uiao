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08 Modernizationtimeline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Modernization Timeline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Program Timeline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official modernization timeline for the Unified Identity-Addressing-Overlay (UIAO) program. It sequences identity, network, addressing, telemetry, security, and governance modernization activities into a coherent, dependency-aware, leadership-ready plan aligned with Zero Trust, TIC 3.0, and FedRAMP 20x.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Six-month modernization timeline</a:t>
            </a:r>
          </a:p>
          <a:p>
            <a:pPr lvl="0"/>
            <a:r>
              <a:rPr/>
              <a:t>Workstream sequencing (A-D)</a:t>
            </a:r>
          </a:p>
          <a:p>
            <a:pPr lvl="0"/>
            <a:r>
              <a:rPr/>
              <a:t>Dependencies across control planes</a:t>
            </a:r>
          </a:p>
          <a:p>
            <a:pPr lvl="0"/>
            <a:r>
              <a:rPr/>
              <a:t>Milestones, deliverables, and readiness gates</a:t>
            </a:r>
          </a:p>
          <a:p>
            <a:pPr lvl="0"/>
            <a:r>
              <a:rPr/>
              <a:t>Alignment with federal mandates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project plans (covered in appendices)</a:t>
            </a:r>
          </a:p>
          <a:p>
            <a:pPr lvl="0"/>
            <a:r>
              <a:rPr/>
              <a:t>Vendor-specific deployment instructions</a:t>
            </a:r>
          </a:p>
          <a:p>
            <a:pPr lvl="0"/>
            <a:r>
              <a:rPr/>
              <a:t>Budget and acquisition details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modernization timeline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Timeline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modernization priority; foundation for all others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Cloud-first routing, segmentation, DIA, INR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DNS/DHCP modernization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signals for routing, security, compliance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 3.0, Zero Trust, FedRAMP 20x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detection, CMDB,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timeline ensures each plane is modernized in the correct order.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modernization timeline operationalizes the Seven Core Concepts: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guide sequencing and prioritization.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Workstream Overview</a:t>
            </a:r>
          </a:p>
          <a:p>
            <a:pPr lvl="0" indent="0" marL="0">
              <a:buNone/>
            </a:pPr>
            <a:r>
              <a:rPr/>
              <a:t>The modernization program is divided into four coordinated workstreams: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A — Identity Modernization</a:t>
            </a:r>
          </a:p>
          <a:p>
            <a:pPr lvl="0"/>
            <a:r>
              <a:rPr/>
              <a:t>Entra ID</a:t>
            </a:r>
          </a:p>
          <a:p>
            <a:pPr lvl="0"/>
            <a:r>
              <a:rPr/>
              <a:t>MFA/SSPR</a:t>
            </a:r>
          </a:p>
          <a:p>
            <a:pPr lvl="0"/>
            <a:r>
              <a:rPr/>
              <a:t>Conditional Access</a:t>
            </a:r>
          </a:p>
          <a:p>
            <a:pPr lvl="0"/>
            <a:r>
              <a:rPr/>
              <a:t>ICAM governance</a:t>
            </a:r>
          </a:p>
          <a:p>
            <a:pPr lvl="0"/>
            <a:r>
              <a:rPr/>
              <a:t>PIM</a:t>
            </a:r>
          </a:p>
          <a:p>
            <a:pPr lvl="0"/>
            <a:r>
              <a:rPr/>
              <a:t>Device trust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B — Network Modernization</a:t>
            </a:r>
          </a:p>
          <a:p>
            <a:pPr lvl="0"/>
            <a:r>
              <a:rPr/>
              <a:t>Cisco Catalyst SD-WAN</a:t>
            </a:r>
          </a:p>
          <a:p>
            <a:pPr lvl="0"/>
            <a:r>
              <a:rPr/>
              <a:t>Cloud OnRamp for M365</a:t>
            </a:r>
          </a:p>
          <a:p>
            <a:pPr lvl="0"/>
            <a:r>
              <a:rPr/>
              <a:t>DIA</a:t>
            </a:r>
          </a:p>
          <a:p>
            <a:pPr lvl="0"/>
            <a:r>
              <a:rPr/>
              <a:t>INR</a:t>
            </a:r>
          </a:p>
          <a:p>
            <a:pPr lvl="0"/>
            <a:r>
              <a:rPr/>
              <a:t>Identity-aware segmentation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C — Addressing Modernization</a:t>
            </a:r>
          </a:p>
          <a:p>
            <a:pPr lvl="0"/>
            <a:r>
              <a:rPr/>
              <a:t>Infoblox IPAM</a:t>
            </a:r>
          </a:p>
          <a:p>
            <a:pPr lvl="0"/>
            <a:r>
              <a:rPr/>
              <a:t>DNS/DHCP modernization</a:t>
            </a:r>
          </a:p>
          <a:p>
            <a:pPr lvl="0"/>
            <a:r>
              <a:rPr/>
              <a:t>Cloud/on-prem reconciliation</a:t>
            </a:r>
          </a:p>
          <a:p>
            <a:pPr lvl="0"/>
            <a:r>
              <a:rPr/>
              <a:t>Deterministic addressing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D — Telemetry and Governance</a:t>
            </a:r>
          </a:p>
          <a:p>
            <a:pPr lvl="0"/>
            <a:r>
              <a:rPr/>
              <a:t>M365 Network Telemetry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Endpoint telemetry</a:t>
            </a:r>
          </a:p>
          <a:p>
            <a:pPr lvl="0"/>
            <a:r>
              <a:rPr/>
              <a:t>ServiceNow CMDB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TIC 3.0 Cloud + Branch</a:t>
            </a:r>
          </a:p>
          <a:p>
            <a:pPr lvl="0" indent="0" marL="0">
              <a:buNone/>
            </a:pPr>
            <a:r>
              <a:rPr/>
              <a:t>These workstreams operate in parallel but with strict dependency ordering.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timeline follows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0" marL="0">
              <a:buNone/>
            </a:pPr>
            <a:r>
              <a:rPr/>
              <a:t>Identity - Addressing - Certificates - Overlay - Telemetry - Policy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Sequencing</a:t>
            </a:r>
          </a:p>
          <a:p>
            <a:pPr lvl="0" indent="0" marL="0">
              <a:buNone/>
            </a:pPr>
            <a:r>
              <a:rPr/>
              <a:t>Identity modernization must precede:</a:t>
            </a:r>
          </a:p>
          <a:p>
            <a:pPr lvl="0"/>
            <a:r>
              <a:rPr/>
              <a:t>Addressing modernization</a:t>
            </a:r>
          </a:p>
          <a:p>
            <a:pPr lvl="0"/>
            <a:r>
              <a:rPr/>
              <a:t>Network segmentation</a:t>
            </a:r>
          </a:p>
          <a:p>
            <a:pPr lvl="0"/>
            <a:r>
              <a:rPr/>
              <a:t>Telemetry correlation</a:t>
            </a:r>
          </a:p>
          <a:p>
            <a:pPr lvl="0"/>
            <a:r>
              <a:rPr/>
              <a:t>Zero Trust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integration begins early and matures throughout the timeline.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Modernization Timeline (6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canonical, dependency-aware modernization timeline.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1 — Foundations (HLD Phase)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Entra ID HLD</a:t>
            </a:r>
          </a:p>
          <a:p>
            <a:pPr lvl="0"/>
            <a:r>
              <a:rPr/>
              <a:t>MFA/SSPR readiness</a:t>
            </a:r>
          </a:p>
          <a:p>
            <a:pPr lvl="0"/>
            <a:r>
              <a:rPr/>
              <a:t>Identity lifecycle mapping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SD-WAN HLD</a:t>
            </a:r>
          </a:p>
          <a:p>
            <a:pPr lvl="0"/>
            <a:r>
              <a:rPr/>
              <a:t>Cloud OnRamp design</a:t>
            </a:r>
          </a:p>
          <a:p>
            <a:pPr lvl="0"/>
            <a:r>
              <a:rPr/>
              <a:t>INR architecture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IPAM HLD</a:t>
            </a:r>
          </a:p>
          <a:p>
            <a:pPr lvl="0"/>
            <a:r>
              <a:rPr/>
              <a:t>DNS/DHCP discovery</a:t>
            </a:r>
          </a:p>
          <a:p>
            <a:pPr lvl="0"/>
            <a:r>
              <a:rPr/>
              <a:t>Addressing inventory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M365 Network Telemetry HLD</a:t>
            </a:r>
          </a:p>
          <a:p>
            <a:pPr lvl="0"/>
            <a:r>
              <a:rPr/>
              <a:t>SD-WAN telemetry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baseline</a:t>
            </a:r>
          </a:p>
          <a:p>
            <a:pPr lvl="0"/>
            <a:r>
              <a:rPr/>
              <a:t>Drift detection framework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All HLDs approved.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 — Configuration (LLD Phase)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Conditional Access LLD</a:t>
            </a:r>
          </a:p>
          <a:p>
            <a:pPr lvl="0"/>
            <a:r>
              <a:rPr/>
              <a:t>PIM configuration</a:t>
            </a:r>
          </a:p>
          <a:p>
            <a:pPr lvl="0"/>
            <a:r>
              <a:rPr/>
              <a:t>Identity governance policies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SD-WAN LLD</a:t>
            </a:r>
          </a:p>
          <a:p>
            <a:pPr lvl="0"/>
            <a:r>
              <a:rPr/>
              <a:t>DIA design</a:t>
            </a:r>
          </a:p>
          <a:p>
            <a:pPr lvl="0"/>
            <a:r>
              <a:rPr/>
              <a:t>Segmentation policy draft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DNS/DHCP LLD</a:t>
            </a:r>
          </a:p>
          <a:p>
            <a:pPr lvl="0"/>
            <a:r>
              <a:rPr/>
              <a:t>Cloud IPAM integration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Location inference (IPAM + SD-WAN)</a:t>
            </a:r>
          </a:p>
          <a:p>
            <a:pPr lvl="0"/>
            <a:r>
              <a:rPr/>
              <a:t>E911 readiness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enrichment</a:t>
            </a:r>
          </a:p>
          <a:p>
            <a:pPr lvl="0"/>
            <a:r>
              <a:rPr/>
              <a:t>Intune compliance baseline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All LLDs approved.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3 — Initial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MFA/SSPR rollout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Identity governance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DIA pilot</a:t>
            </a:r>
          </a:p>
          <a:p>
            <a:pPr lvl="0"/>
            <a:r>
              <a:rPr/>
              <a:t>SD-WAN pilot</a:t>
            </a:r>
          </a:p>
          <a:p>
            <a:pPr lvl="0"/>
            <a:r>
              <a:rPr/>
              <a:t>Cloud OnRamp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Cloud IPAM pilot</a:t>
            </a:r>
          </a:p>
          <a:p>
            <a:pPr lvl="0"/>
            <a:r>
              <a:rPr/>
              <a:t>DNS/DHCP modernization pilot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M365 telemetry ingestion</a:t>
            </a:r>
          </a:p>
          <a:p>
            <a:pPr lvl="0"/>
            <a:r>
              <a:rPr/>
              <a:t>SD-WAN telemetry ingestion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 enforcement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Identity and network pilots operational.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4 —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Full Conditional Access rollout</a:t>
            </a:r>
          </a:p>
          <a:p>
            <a:pPr lvl="0"/>
            <a:r>
              <a:rPr/>
              <a:t>PIM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Segmentation rollout</a:t>
            </a:r>
          </a:p>
          <a:p>
            <a:pPr lvl="0"/>
            <a:r>
              <a:rPr/>
              <a:t>INR integration</a:t>
            </a:r>
          </a:p>
          <a:p>
            <a:pPr lvl="0"/>
            <a:r>
              <a:rPr/>
              <a:t>DIA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Deterministic addressing rollout</a:t>
            </a:r>
          </a:p>
          <a:p>
            <a:pPr lvl="0"/>
            <a:r>
              <a:rPr/>
              <a:t>DNS/DHCP modernization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Conversation-level correlation</a:t>
            </a:r>
          </a:p>
          <a:p>
            <a:pPr lvl="0"/>
            <a:r>
              <a:rPr/>
              <a:t>Location inference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Drift detection automation</a:t>
            </a:r>
          </a:p>
          <a:p>
            <a:pPr lvl="0"/>
            <a:r>
              <a:rPr/>
              <a:t>ServiceNow change workflows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Identity-aware routing operational.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5 —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ICAM governance maturity</a:t>
            </a:r>
          </a:p>
          <a:p>
            <a:pPr lvl="0"/>
            <a:r>
              <a:rPr/>
              <a:t>Identity assurance tuning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Identity-aware segmentation</a:t>
            </a:r>
          </a:p>
          <a:p>
            <a:pPr lvl="0"/>
            <a:r>
              <a:rPr/>
              <a:t>SD-WAN optimization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IPAM automation</a:t>
            </a:r>
          </a:p>
          <a:p>
            <a:pPr lvl="0"/>
            <a:r>
              <a:rPr/>
              <a:t>Cloud/on-prem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SIEM integration</a:t>
            </a:r>
          </a:p>
          <a:p>
            <a:pPr lvl="0"/>
            <a:r>
              <a:rPr/>
              <a:t>CDM/CLAW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Continuous Authorization (CA-7)</a:t>
            </a:r>
          </a:p>
          <a:p>
            <a:pPr lvl="0"/>
            <a:r>
              <a:rPr/>
              <a:t>Automated remediation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Full telemetry integration.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6 — Compliance and Readiness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NIST 800-63 alignment</a:t>
            </a:r>
          </a:p>
          <a:p>
            <a:pPr lvl="0"/>
            <a:r>
              <a:rPr/>
              <a:t>Identity assurance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TIC 3.0 Cloud Use Case</a:t>
            </a:r>
          </a:p>
          <a:p>
            <a:pPr lvl="0"/>
            <a:r>
              <a:rPr/>
              <a:t>TIC 3.0 Branch Use Case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Deterministic addressing validation</a:t>
            </a:r>
          </a:p>
          <a:p>
            <a:pPr lvl="0"/>
            <a:r>
              <a:rPr/>
              <a:t>DNS/DHCP modernization complete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KSI generation</a:t>
            </a:r>
          </a:p>
          <a:p>
            <a:pPr lvl="0"/>
            <a:r>
              <a:rPr/>
              <a:t>FedRAMP 20x evidence readiness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authoritative</a:t>
            </a:r>
          </a:p>
          <a:p>
            <a:pPr lvl="0"/>
            <a:r>
              <a:rPr/>
              <a:t>Drift-resistant operations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FedRAMP 20x Phase 2 readiness.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packages</a:t>
            </a:r>
          </a:p>
          <a:p>
            <a:pPr lvl="0"/>
            <a:r>
              <a:rPr/>
              <a:t>FedRAMP 20x evidence generation</a:t>
            </a:r>
          </a:p>
          <a:p>
            <a:pPr lvl="0"/>
            <a:r>
              <a:rPr/>
              <a:t>Leadership reporting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Critical Path</a:t>
            </a:r>
          </a:p>
          <a:p>
            <a:pPr lvl="0" indent="0" marL="0">
              <a:buNone/>
            </a:pPr>
            <a:r>
              <a:rPr/>
              <a:t>Identity - Addressing - Network - Telemetry - Governance - Compliance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Alignment table is in Section 4. Modernization Timeline is in Section 8.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Modernizationtimeline</dc:title>
  <dc:creator>UIAO Modernization Program</dc:creator>
  <cp:keywords/>
  <dcterms:created xsi:type="dcterms:W3CDTF">2026-03-31T17:45:15Z</dcterms:created>
  <dcterms:modified xsi:type="dcterms:W3CDTF">2026-03-31T17:45:15Z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