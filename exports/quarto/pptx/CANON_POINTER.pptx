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Canon Pointer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April 13,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CANON POINTER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UIAO Governance Canon — all human-readable documentation, appendices, ADRs, diagrams, glossary, and onboarding guides — lives exclusively in:</a:t>
            </a:r>
          </a:p>
          <a:p>
            <a:pPr lvl="0" indent="0" marL="0">
              <a:buNone/>
            </a:pPr>
            <a:r>
              <a:rPr/>
              <a:t>https://github.com/WhalerMike/uiao-docs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 NOT duplicate canon content in this repository.</a:t>
            </a:r>
          </a:p>
          <a:p>
            <a:pPr lvl="0" indent="0" marL="0">
              <a:buNone/>
            </a:pPr>
            <a:r>
              <a:rPr/>
              <a:t>This repository (uiao-core) contains </a:t>
            </a:r>
            <a:r>
              <a:rPr b="1"/>
              <a:t>machine artifacts only</a:t>
            </a:r>
            <a:r>
              <a:rPr/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Artifact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Adapter schemas and transforms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adapters/scuba/schemas/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 evaluation scripts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ksi/evaluations/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 rules (YAML)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ksi/rules/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Provenance manifests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provenance/manifests/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Normalized SCuBA artifacts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artifacts/scuba/normalized/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GitHub Actions workflows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.github/workflows/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Governance Separation Rule</a:t>
            </a:r>
          </a:p>
          <a:p>
            <a:pPr lvl="0" indent="0" marL="1270000">
              <a:buNone/>
            </a:pPr>
            <a:r>
              <a:rPr sz="2000"/>
              <a:t>Machine artifacts → </a:t>
            </a:r>
            <a:r>
              <a:rPr sz="2000">
                <a:latin typeface="Courier"/>
              </a:rPr>
              <a:t>uiao-core</a:t>
            </a:r>
            <a:r>
              <a:rPr sz="2000"/>
              <a:t> ONLY Human artifacts → </a:t>
            </a:r>
            <a:r>
              <a:rPr sz="2000">
                <a:latin typeface="Courier"/>
              </a:rPr>
              <a:t>uiao-docs</a:t>
            </a:r>
            <a:r>
              <a:rPr sz="2000"/>
              <a:t> ONLY No duplication across repos. This rule is non-negotiable.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Links</a:t>
            </a:r>
          </a:p>
          <a:p>
            <a:pPr lvl="0"/>
            <a:r>
              <a:rPr/>
              <a:t>Canon site: https://whalermike.github.io/uiao-docs/</a:t>
            </a:r>
          </a:p>
          <a:p>
            <a:pPr lvl="0"/>
            <a:r>
              <a:rPr/>
              <a:t>Canon repo: https://github.com/WhalerMike/uiao-docs</a:t>
            </a:r>
          </a:p>
          <a:p>
            <a:pPr lvl="0"/>
            <a:r>
              <a:rPr/>
              <a:t>Machine repo: https://github.com/WhalerMike/uiao-core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Canon Pointer</dc:title>
  <dc:creator>UIAO Modernization Program</dc:creator>
  <cp:keywords/>
  <dcterms:created xsi:type="dcterms:W3CDTF">2026-04-13T17:07:07Z</dcterms:created>
  <dcterms:modified xsi:type="dcterms:W3CDTF">2026-04-13T17:07:07Z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April 13, 2026</vt:lpwstr>
  </property>
  <property fmtid="{D5CDD505-2E9C-101B-9397-08002B2CF9AE}" pid="6" name="date-format">
    <vt:lpwstr>MMMM D, YYYY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plantuml">
    <vt:lpwstr/>
  </property>
  <property fmtid="{D5CDD505-2E9C-101B-9397-08002B2CF9AE}" pid="12" name="toc-title">
    <vt:lpwstr>Table of contents</vt:lpwstr>
  </property>
</Properties>
</file>