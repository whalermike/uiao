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00 Controlplanearchitecture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31,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Unified Identity-Addressing-Overlay Architecture (UIAO)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Control Plane Architecture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CUI/FOUO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Plane(s)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Network, Addressing, Telemetry, Security,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Architectural Specification (00_Core)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defines the six control planes that form the foundation of the Unified Identity-Addressing-Overlay (UIAO) architecture. It establishes the authoritative structure, responsibilities, boundaries, and interactions of each plane, ensuring deterministic behavior across identity, network, addressing, telemetry, security, and management domains.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</a:t>
            </a:r>
          </a:p>
          <a:p>
            <a:pPr lvl="0"/>
            <a:r>
              <a:rPr/>
              <a:t>Canonical definitions of all six control planes</a:t>
            </a:r>
          </a:p>
          <a:p>
            <a:pPr lvl="0"/>
            <a:r>
              <a:rPr/>
              <a:t>Responsibilities and boundaries for each plane</a:t>
            </a:r>
          </a:p>
          <a:p>
            <a:pPr lvl="0"/>
            <a:r>
              <a:rPr/>
              <a:t>Cross-plane interactions</a:t>
            </a:r>
          </a:p>
          <a:p>
            <a:pPr lvl="0"/>
            <a:r>
              <a:rPr/>
              <a:t>Runtime alignment with UIAO’s conversation-centric model</a:t>
            </a:r>
          </a:p>
          <a:p>
            <a:pPr lvl="0"/>
            <a:r>
              <a:rPr/>
              <a:t>Compliance and governance anchors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Excluded</a:t>
            </a:r>
          </a:p>
          <a:p>
            <a:pPr lvl="0"/>
            <a:r>
              <a:rPr/>
              <a:t>Implementation-specific configurations</a:t>
            </a:r>
          </a:p>
          <a:p>
            <a:pPr lvl="0"/>
            <a:r>
              <a:rPr/>
              <a:t>Vendor-specific deployment guides</a:t>
            </a:r>
          </a:p>
          <a:p>
            <a:pPr lvl="0"/>
            <a:r>
              <a:rPr/>
              <a:t>Project plans (covered in modernization appendices)</a:t>
            </a:r>
          </a:p>
          <a:p>
            <a:pPr lvl="0"/>
            <a:r>
              <a:rPr/>
              <a:t>Diagrams (referenced but not embedded)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Control Plane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defines all six UIAO control planes and establishes their relationships.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source of truth for identity, assurance, and access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Routing, segmentation, and path selection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 IPAM, DNS, DHCP, and identity-derived addressing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 &amp;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Real-time signals for routing, security, and compliance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&amp;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Zero Trust enforcement, FedRAMP alignment, TIC 3.0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Governance, drift detection, CMDB, device compliance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other UIAO documents reference this plane model.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six control planes operate according to the Seven Core Concepts of UIAO:</a:t>
            </a:r>
          </a:p>
          <a:p>
            <a:pPr lvl="0" indent="-342900" marL="342900">
              <a:buAutoNum type="arabicPeriod"/>
            </a:pPr>
            <a:r>
              <a:rPr/>
              <a:t>Conversation as the atomic unit</a:t>
            </a:r>
          </a:p>
          <a:p>
            <a:pPr lvl="0" indent="-342900" marL="342900">
              <a:buAutoNum type="arabicPeriod"/>
            </a:pPr>
            <a:r>
              <a:rPr/>
              <a:t>Identity as the root namespace</a:t>
            </a:r>
          </a:p>
          <a:p>
            <a:pPr lvl="0" indent="-342900" marL="342900">
              <a:buAutoNum type="arabicPeriod"/>
            </a:pPr>
            <a:r>
              <a:rPr/>
              <a:t>Deterministic addressing</a:t>
            </a:r>
          </a:p>
          <a:p>
            <a:pPr lvl="0" indent="-342900" marL="342900">
              <a:buAutoNum type="arabicPeriod"/>
            </a:pPr>
            <a:r>
              <a:rPr/>
              <a:t>Certificate-anchored overlay</a:t>
            </a:r>
          </a:p>
          <a:p>
            <a:pPr lvl="0" indent="-342900" marL="342900">
              <a:buAutoNum type="arabicPeriod"/>
            </a:pPr>
            <a:r>
              <a:rPr/>
              <a:t>Telemetry as control</a:t>
            </a:r>
          </a:p>
          <a:p>
            <a:pPr lvl="0" indent="-342900" marL="342900">
              <a:buAutoNum type="arabicPeriod"/>
            </a:pPr>
            <a:r>
              <a:rPr/>
              <a:t>Embedded governance &amp; automation</a:t>
            </a:r>
          </a:p>
          <a:p>
            <a:pPr lvl="0" indent="-342900" marL="342900">
              <a:buAutoNum type="arabicPeriod"/>
            </a:pPr>
            <a:r>
              <a:rPr/>
              <a:t>Public service first</a:t>
            </a:r>
          </a:p>
          <a:p>
            <a:pPr lvl="0" indent="0" marL="0">
              <a:buNone/>
            </a:pPr>
            <a:r>
              <a:rPr/>
              <a:t>These concepts are frozen and must appear identically across all UIAO documents.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Architecture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6.1 Overview</a:t>
            </a:r>
          </a:p>
          <a:p>
            <a:pPr lvl="0" indent="0" marL="0">
              <a:buNone/>
            </a:pPr>
            <a:r>
              <a:rPr/>
              <a:t>The UIAO architecture replaces legacy perimeter-centric models with a federated, identity-driven, telemetry-informed control plane system. Each plane is authoritative for a specific domain but interoperates through deterministic, identity-anchored relationships.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6.2 Plane Definitions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 Control Plane</a:t>
            </a:r>
          </a:p>
          <a:p>
            <a:pPr lvl="0"/>
            <a:r>
              <a:rPr b="1"/>
              <a:t>Authoritative System:</a:t>
            </a:r>
            <a:r>
              <a:rPr/>
              <a:t> Microsoft Entra ID</a:t>
            </a:r>
          </a:p>
          <a:p>
            <a:pPr lvl="0"/>
            <a:r>
              <a:rPr b="1"/>
              <a:t>Responsibilities:</a:t>
            </a:r>
          </a:p>
          <a:p>
            <a:pPr lvl="1"/>
            <a:r>
              <a:rPr/>
              <a:t>Identity lifecycle (joiner/mover/leaver)</a:t>
            </a:r>
          </a:p>
          <a:p>
            <a:pPr lvl="1"/>
            <a:r>
              <a:rPr/>
              <a:t>Authentication and assurance</a:t>
            </a:r>
          </a:p>
          <a:p>
            <a:pPr lvl="1"/>
            <a:r>
              <a:rPr/>
              <a:t>Conditional Access</a:t>
            </a:r>
          </a:p>
          <a:p>
            <a:pPr lvl="1"/>
            <a:r>
              <a:rPr/>
              <a:t>Privileged Identity Management</a:t>
            </a:r>
          </a:p>
          <a:p>
            <a:pPr lvl="1"/>
            <a:r>
              <a:rPr/>
              <a:t>Device trust (via Intune)</a:t>
            </a:r>
          </a:p>
          <a:p>
            <a:pPr lvl="1"/>
            <a:r>
              <a:rPr/>
              <a:t>Identity-derived addressing and policy</a:t>
            </a:r>
          </a:p>
          <a:p>
            <a:pPr lvl="0"/>
            <a:r>
              <a:rPr b="1"/>
              <a:t>Inputs:</a:t>
            </a:r>
            <a:r>
              <a:rPr/>
              <a:t> HRIS, device compliance, certificate status</a:t>
            </a:r>
          </a:p>
          <a:p>
            <a:pPr lvl="0"/>
            <a:r>
              <a:rPr b="1"/>
              <a:t>Outputs:</a:t>
            </a:r>
            <a:r>
              <a:rPr/>
              <a:t> Tokens, claims, identity attributes, assurance signals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 Control Plane</a:t>
            </a:r>
          </a:p>
          <a:p>
            <a:pPr lvl="0"/>
            <a:r>
              <a:rPr b="1"/>
              <a:t>Authoritative System:</a:t>
            </a:r>
            <a:r>
              <a:rPr/>
              <a:t> Cisco Catalyst SD-WAN</a:t>
            </a:r>
          </a:p>
          <a:p>
            <a:pPr lvl="0"/>
            <a:r>
              <a:rPr b="1"/>
              <a:t>Responsibilities:</a:t>
            </a:r>
          </a:p>
          <a:p>
            <a:pPr lvl="1"/>
            <a:r>
              <a:rPr/>
              <a:t>Routing and path selection</a:t>
            </a:r>
          </a:p>
          <a:p>
            <a:pPr lvl="1"/>
            <a:r>
              <a:rPr/>
              <a:t>Identity-aware segmentation</a:t>
            </a:r>
          </a:p>
          <a:p>
            <a:pPr lvl="1"/>
            <a:r>
              <a:rPr/>
              <a:t>Cloud OnRamp for M365</a:t>
            </a:r>
          </a:p>
          <a:p>
            <a:pPr lvl="1"/>
            <a:r>
              <a:rPr/>
              <a:t>DIA and branch modernization</a:t>
            </a:r>
          </a:p>
          <a:p>
            <a:pPr lvl="1"/>
            <a:r>
              <a:rPr/>
              <a:t>mTLS-anchored overlay enforcement</a:t>
            </a:r>
          </a:p>
          <a:p>
            <a:pPr lvl="0"/>
            <a:r>
              <a:rPr b="1"/>
              <a:t>Inputs:</a:t>
            </a:r>
            <a:r>
              <a:rPr/>
              <a:t> Identity attributes, addressing, telemetry</a:t>
            </a:r>
          </a:p>
          <a:p>
            <a:pPr lvl="0"/>
            <a:r>
              <a:rPr b="1"/>
              <a:t>Outputs:</a:t>
            </a:r>
            <a:r>
              <a:rPr/>
              <a:t> Segmentation decisions, path selection, overlay tunnels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 Control Plane</a:t>
            </a:r>
          </a:p>
          <a:p>
            <a:pPr lvl="0"/>
            <a:r>
              <a:rPr b="1"/>
              <a:t>Authoritative System:</a:t>
            </a:r>
            <a:r>
              <a:rPr/>
              <a:t> Infoblox BloxOne IPAM</a:t>
            </a:r>
          </a:p>
          <a:p>
            <a:pPr lvl="0"/>
            <a:r>
              <a:rPr b="1"/>
              <a:t>Responsibilities:</a:t>
            </a:r>
          </a:p>
          <a:p>
            <a:pPr lvl="1"/>
            <a:r>
              <a:rPr/>
              <a:t>Deterministic IP assignment</a:t>
            </a:r>
          </a:p>
          <a:p>
            <a:pPr lvl="1"/>
            <a:r>
              <a:rPr/>
              <a:t>DNS/DHCP modernization</a:t>
            </a:r>
          </a:p>
          <a:p>
            <a:pPr lvl="1"/>
            <a:r>
              <a:rPr/>
              <a:t>Cloud/on-prem reconciliation</a:t>
            </a:r>
          </a:p>
          <a:p>
            <a:pPr lvl="1"/>
            <a:r>
              <a:rPr/>
              <a:t>Identity-derived addressing</a:t>
            </a:r>
          </a:p>
          <a:p>
            <a:pPr lvl="1"/>
            <a:r>
              <a:rPr/>
              <a:t>Location inference</a:t>
            </a:r>
          </a:p>
          <a:p>
            <a:pPr lvl="0"/>
            <a:r>
              <a:rPr b="1"/>
              <a:t>Inputs:</a:t>
            </a:r>
            <a:r>
              <a:rPr/>
              <a:t> Identity attributes, network boundaries</a:t>
            </a:r>
          </a:p>
          <a:p>
            <a:pPr lvl="0"/>
            <a:r>
              <a:rPr b="1"/>
              <a:t>Outputs:</a:t>
            </a:r>
            <a:r>
              <a:rPr/>
              <a:t> IP allocations, DNS records, DHCP leases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 &amp; Location Control Plane</a:t>
            </a:r>
          </a:p>
          <a:p>
            <a:pPr lvl="0"/>
            <a:r>
              <a:rPr b="1"/>
              <a:t>Authoritative Systems:</a:t>
            </a:r>
            <a:r>
              <a:rPr/>
              <a:t> M365 Network Telemetry, SD-WAN telemetry, Defender/Intune, DNS telemetry</a:t>
            </a:r>
          </a:p>
          <a:p>
            <a:pPr lvl="0"/>
            <a:r>
              <a:rPr b="1"/>
              <a:t>Responsibilities:</a:t>
            </a:r>
          </a:p>
          <a:p>
            <a:pPr lvl="1"/>
            <a:r>
              <a:rPr/>
              <a:t>Real-time conversation-level telemetry</a:t>
            </a:r>
          </a:p>
          <a:p>
            <a:pPr lvl="1"/>
            <a:r>
              <a:rPr/>
              <a:t>Location inference (INR, IPAM, SD-WAN)</a:t>
            </a:r>
          </a:p>
          <a:p>
            <a:pPr lvl="1"/>
            <a:r>
              <a:rPr/>
              <a:t>E911 readiness</a:t>
            </a:r>
          </a:p>
          <a:p>
            <a:pPr lvl="1"/>
            <a:r>
              <a:rPr/>
              <a:t>SIEM ingestion</a:t>
            </a:r>
          </a:p>
          <a:p>
            <a:pPr lvl="1"/>
            <a:r>
              <a:rPr/>
              <a:t>Automated control inputs</a:t>
            </a:r>
          </a:p>
          <a:p>
            <a:pPr lvl="0"/>
            <a:r>
              <a:rPr b="1"/>
              <a:t>Inputs:</a:t>
            </a:r>
            <a:r>
              <a:rPr/>
              <a:t> Network flows, identity events, device posture</a:t>
            </a:r>
          </a:p>
          <a:p>
            <a:pPr lvl="0"/>
            <a:r>
              <a:rPr b="1"/>
              <a:t>Outputs:</a:t>
            </a:r>
            <a:r>
              <a:rPr/>
              <a:t> Assurance signals, routing modifiers, compliance indicators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Security &amp; Compliance Plane</a:t>
            </a:r>
          </a:p>
          <a:p>
            <a:pPr lvl="0"/>
            <a:r>
              <a:rPr b="1"/>
              <a:t>Authoritative Systems:</a:t>
            </a:r>
            <a:r>
              <a:rPr/>
              <a:t> TIC 3.0, Zero Trust, FedRAMP 20x</a:t>
            </a:r>
          </a:p>
          <a:p>
            <a:pPr lvl="0"/>
            <a:r>
              <a:rPr b="1"/>
              <a:t>Responsibilities:</a:t>
            </a:r>
          </a:p>
          <a:p>
            <a:pPr lvl="1"/>
            <a:r>
              <a:rPr/>
              <a:t>Zero Trust enforcement</a:t>
            </a:r>
          </a:p>
          <a:p>
            <a:pPr lvl="1"/>
            <a:r>
              <a:rPr/>
              <a:t>FedRAMP 20x telemetry-based validation</a:t>
            </a:r>
          </a:p>
          <a:p>
            <a:pPr lvl="1"/>
            <a:r>
              <a:rPr/>
              <a:t>NIST 800-63 identity governance</a:t>
            </a:r>
          </a:p>
          <a:p>
            <a:pPr lvl="1"/>
            <a:r>
              <a:rPr/>
              <a:t>Policy enforcement across planes</a:t>
            </a:r>
          </a:p>
          <a:p>
            <a:pPr lvl="0"/>
            <a:r>
              <a:rPr b="1"/>
              <a:t>Inputs:</a:t>
            </a:r>
            <a:r>
              <a:rPr/>
              <a:t> Identity, telemetry, addressing, device posture</a:t>
            </a:r>
          </a:p>
          <a:p>
            <a:pPr lvl="0"/>
            <a:r>
              <a:rPr b="1"/>
              <a:t>Outputs:</a:t>
            </a:r>
            <a:r>
              <a:rPr/>
              <a:t> Allow/deny decisions, audit artifacts, compliance posture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Management Plane</a:t>
            </a:r>
          </a:p>
          <a:p>
            <a:pPr lvl="0"/>
            <a:r>
              <a:rPr b="1"/>
              <a:t>Authoritative Systems:</a:t>
            </a:r>
            <a:r>
              <a:rPr/>
              <a:t> ServiceNow, Microsoft Intune</a:t>
            </a:r>
          </a:p>
          <a:p>
            <a:pPr lvl="0"/>
            <a:r>
              <a:rPr b="1"/>
              <a:t>Responsibilities:</a:t>
            </a:r>
          </a:p>
          <a:p>
            <a:pPr lvl="1"/>
            <a:r>
              <a:rPr/>
              <a:t>CMDB and asset inventory</a:t>
            </a:r>
          </a:p>
          <a:p>
            <a:pPr lvl="1"/>
            <a:r>
              <a:rPr/>
              <a:t>Drift detection and remediation</a:t>
            </a:r>
          </a:p>
          <a:p>
            <a:pPr lvl="1"/>
            <a:r>
              <a:rPr/>
              <a:t>Device compliance enforcement</a:t>
            </a:r>
          </a:p>
          <a:p>
            <a:pPr lvl="1"/>
            <a:r>
              <a:rPr/>
              <a:t>Change control and incident lifecycle</a:t>
            </a:r>
          </a:p>
          <a:p>
            <a:pPr lvl="1"/>
            <a:r>
              <a:rPr/>
              <a:t>Continuous Authorization (CA-7)</a:t>
            </a:r>
          </a:p>
          <a:p>
            <a:pPr lvl="0"/>
            <a:r>
              <a:rPr b="1"/>
              <a:t>Inputs:</a:t>
            </a:r>
            <a:r>
              <a:rPr/>
              <a:t> Telemetry, configuration baselines, identity lifecycle</a:t>
            </a:r>
          </a:p>
          <a:p>
            <a:pPr lvl="0"/>
            <a:r>
              <a:rPr b="1"/>
              <a:t>Outputs:</a:t>
            </a:r>
            <a:r>
              <a:rPr/>
              <a:t> Governance actions, remediation workflows, audit trails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Runtime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UIAO operates on conversations as the atomic unit.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7.1 Conversation Flow</a:t>
            </a:r>
          </a:p>
          <a:p>
            <a:pPr lvl="0" indent="-342900" marL="342900">
              <a:buAutoNum type="arabicPeriod"/>
            </a:pPr>
            <a:r>
              <a:rPr/>
              <a:t>Identity initiates</a:t>
            </a:r>
          </a:p>
          <a:p>
            <a:pPr lvl="0" indent="-342900" marL="342900">
              <a:buAutoNum type="arabicPeriod"/>
            </a:pPr>
            <a:r>
              <a:rPr/>
              <a:t>Addressing binds</a:t>
            </a:r>
          </a:p>
          <a:p>
            <a:pPr lvl="0" indent="-342900" marL="342900">
              <a:buAutoNum type="arabicPeriod"/>
            </a:pPr>
            <a:r>
              <a:rPr/>
              <a:t>Certificates authenticate</a:t>
            </a:r>
          </a:p>
          <a:p>
            <a:pPr lvl="0" indent="-342900" marL="342900">
              <a:buAutoNum type="arabicPeriod"/>
            </a:pPr>
            <a:r>
              <a:rPr/>
              <a:t>Overlay establishes path</a:t>
            </a:r>
          </a:p>
          <a:p>
            <a:pPr lvl="0" indent="-342900" marL="342900">
              <a:buAutoNum type="arabicPeriod"/>
            </a:pPr>
            <a:r>
              <a:rPr/>
              <a:t>Telemetry validates</a:t>
            </a:r>
          </a:p>
          <a:p>
            <a:pPr lvl="0" indent="-342900" marL="342900">
              <a:buAutoNum type="arabicPeriod"/>
            </a:pPr>
            <a:r>
              <a:rPr/>
              <a:t>Policy evaluates continuously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7.2 Determinism</a:t>
            </a:r>
          </a:p>
          <a:p>
            <a:pPr lvl="0" indent="0" marL="0">
              <a:buNone/>
            </a:pPr>
            <a:r>
              <a:rPr/>
              <a:t>Given identical identity, boundary, telemetry, and assurance inputs, the system must produce the same decision across clouds, agencies, and implementations.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7.3 Continuous Evaluation</a:t>
            </a:r>
          </a:p>
          <a:p>
            <a:pPr lvl="0" indent="0" marL="0">
              <a:buNone/>
            </a:pPr>
            <a:r>
              <a:rPr/>
              <a:t>Telemetry modifies routing, access, and segmentation decisions in real time.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 Compliance Mapping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8.1 FedRAMP 20x Alignment</a:t>
            </a:r>
          </a:p>
          <a:p>
            <a:pPr lvl="0"/>
            <a:r>
              <a:rPr/>
              <a:t>Class C (Moderate)</a:t>
            </a:r>
          </a:p>
          <a:p>
            <a:pPr lvl="0"/>
            <a:r>
              <a:rPr/>
              <a:t>Telemetry-based validation</a:t>
            </a:r>
          </a:p>
          <a:p>
            <a:pPr lvl="0"/>
            <a:r>
              <a:rPr/>
              <a:t>OSCAL machine-readability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8.2 NIST 800-53 Rev 5 Controls</a:t>
            </a:r>
          </a:p>
          <a:p>
            <a:pPr lvl="0" indent="0" marL="0">
              <a:buNone/>
            </a:pPr>
            <a:r>
              <a:rPr/>
              <a:t>Mapped via the canonical crosswalk: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Name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Information Flow Enforcement (segmentation)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IA-2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Identification and Authentication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IA-5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Authenticator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CM-8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Information System Component Inventory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SC-8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Transmission Confidentiality and Integrity (mTLS)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CA-7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 Monitoring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Information System Monitoring (telemetry)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8.3 KSI Categories</a:t>
            </a:r>
          </a:p>
          <a:p>
            <a:pPr lvl="0"/>
            <a:r>
              <a:rPr/>
              <a:t>KSI-IAM</a:t>
            </a:r>
          </a:p>
          <a:p>
            <a:pPr lvl="0"/>
            <a:r>
              <a:rPr/>
              <a:t>KSI-PIY</a:t>
            </a:r>
          </a:p>
          <a:p>
            <a:pPr lvl="0"/>
            <a:r>
              <a:rPr/>
              <a:t>KSI-MLA</a:t>
            </a:r>
          </a:p>
          <a:p>
            <a:pPr lvl="0"/>
            <a:r>
              <a:rPr/>
              <a:t>KSI-SVC</a:t>
            </a:r>
          </a:p>
          <a:p>
            <a:pPr lvl="0"/>
            <a:r>
              <a:rPr/>
              <a:t>KSI-CMT</a:t>
            </a:r>
          </a:p>
          <a:p>
            <a:pPr lvl="0"/>
            <a:r>
              <a:rPr/>
              <a:t>KSI-CNA</a:t>
            </a:r>
          </a:p>
          <a:p>
            <a:pPr lvl="0"/>
            <a:r>
              <a:rPr/>
              <a:t>KSI-CED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Dependencies &amp;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Upstream</a:t>
            </a:r>
          </a:p>
          <a:p>
            <a:pPr lvl="0"/>
            <a:r>
              <a:rPr/>
              <a:t>HRIS</a:t>
            </a:r>
          </a:p>
          <a:p>
            <a:pPr lvl="0"/>
            <a:r>
              <a:rPr/>
              <a:t>PKI</a:t>
            </a:r>
          </a:p>
          <a:p>
            <a:pPr lvl="0"/>
            <a:r>
              <a:rPr/>
              <a:t>CMDB</a:t>
            </a:r>
          </a:p>
          <a:p>
            <a:pPr lvl="0"/>
            <a:r>
              <a:rPr/>
              <a:t>Network underlay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Downstream</a:t>
            </a:r>
          </a:p>
          <a:p>
            <a:pPr lvl="0"/>
            <a:r>
              <a:rPr/>
              <a:t>Project plans (A-D)</a:t>
            </a:r>
          </a:p>
          <a:p>
            <a:pPr lvl="0"/>
            <a:r>
              <a:rPr/>
              <a:t>Modernization timeline</a:t>
            </a:r>
          </a:p>
          <a:p>
            <a:pPr lvl="0"/>
            <a:r>
              <a:rPr/>
              <a:t>FedRAMP crosswalk</a:t>
            </a:r>
          </a:p>
          <a:p>
            <a:pPr lvl="0"/>
            <a:r>
              <a:rPr/>
              <a:t>Leadership briefing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Governance &amp; Drift Controls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of Authority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 (human identity), Network architecture (addressing), System owners (configuration), PKI (credential trust)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Drift Detection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ServiceNow CMDB reconciliation, Intune compliance, SD-WAN overlay validation, IPAM reconciliation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Remediation Workflow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Automated ServiceNow change, Conditional Access enforcement, Certificate renewal, IPAM correction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Audit Anchors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Entra ID logs, Infoblox API records, SD-WAN telemetry, Intune compliance reports, ServiceNow audit trails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Definitions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docs/glossary.md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Tables</a:t>
            </a:r>
          </a:p>
          <a:p>
            <a:pPr lvl="0" indent="0" marL="0">
              <a:buNone/>
            </a:pPr>
            <a:r>
              <a:rPr i="1"/>
              <a:t>Control plane summary tables are embedded in Section 4 and Section 6.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Diagram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docs/images/</a:t>
            </a:r>
            <a:r>
              <a:rPr i="1"/>
              <a:t> for all referenced architecture diagrams.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D: Crosswalk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data/crosswalk-index.yml</a:t>
            </a:r>
            <a:r>
              <a:rPr i="1"/>
              <a:t> and </a:t>
            </a:r>
            <a:r>
              <a:rPr i="1">
                <a:latin typeface="Courier"/>
              </a:rPr>
              <a:t>docs/fedramp22_summary_v1.0.md</a:t>
            </a:r>
            <a:r>
              <a:rPr i="1"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E: Evidence Sources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data/parameters.yml</a:t>
            </a:r>
            <a:r>
              <a:rPr i="1"/>
              <a:t> and control-library entries for evidence source catalogs.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Revision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 of Changes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Canon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canonical release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 Controlplanearchitecture</dc:title>
  <dc:creator>UIAO Modernization Program</dc:creator>
  <cp:keywords/>
  <dcterms:created xsi:type="dcterms:W3CDTF">2026-03-31T17:00:29Z</dcterms:created>
  <dcterms:modified xsi:type="dcterms:W3CDTF">2026-03-31T17:00:29Z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date">
    <vt:lpwstr>March 31, 2026</vt:lpwstr>
  </property>
  <property fmtid="{D5CDD505-2E9C-101B-9397-08002B2CF9AE}" pid="7" name="date-format">
    <vt:lpwstr>MMMM D, YYYY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ermaid">
    <vt:lpwstr/>
  </property>
  <property fmtid="{D5CDD505-2E9C-101B-9397-08002B2CF9AE}" pid="13" name="toc-title">
    <vt:lpwstr>Table of contents</vt:lpwstr>
  </property>
</Properties>
</file>