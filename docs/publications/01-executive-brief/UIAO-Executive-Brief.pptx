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E75B6"/>
                </a:solidFill>
              </a:defRPr>
            </a:pPr>
            <a:r>
              <a:t>UIAO</a:t>
            </a:r>
          </a:p>
          <a:p>
            <a:pPr algn="ctr">
              <a:defRPr sz="2400">
                <a:solidFill>
                  <a:srgbClr val="5A5A5A"/>
                </a:solidFill>
              </a:defRPr>
            </a:pPr>
            <a:r>
              <a:t>Unified Identity-Addressing-Overlay</a:t>
            </a:r>
          </a:p>
          <a:p>
            <a:pPr algn="ctr">
              <a:defRPr sz="1600">
                <a:solidFill>
                  <a:srgbClr val="5A5A5A"/>
                </a:solidFill>
              </a:defRPr>
            </a:pPr>
            <a:r>
              <a:t>Executive Brief  •  April 2026</a:t>
            </a:r>
          </a:p>
        </p:txBody>
      </p:sp>
      <p:pic>
        <p:nvPicPr>
          <p:cNvPr id="3" name="Picture 2" descr="image_01_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657600"/>
            <a:ext cx="670529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The Problem</a:t>
            </a:r>
          </a:p>
        </p:txBody>
      </p:sp>
      <p:pic>
        <p:nvPicPr>
          <p:cNvPr id="3" name="Picture 2" descr="image_02_th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Every federal agency running M365 in GCC-Moderate faces the same grind. Manual compliance is slow, expensive, and stale before the ink dries.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Continuous Monitoring</a:t>
            </a:r>
          </a:p>
        </p:txBody>
      </p:sp>
      <p:pic>
        <p:nvPicPr>
          <p:cNvPr id="3" name="Picture 2" descr="image_03_continuous_monitor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UIAO is designed to watch your environment continuously, check it against 323 FedRAMP Moderate Rev 5 controls, and detect drift within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The Effort Comparison</a:t>
            </a:r>
          </a:p>
        </p:txBody>
      </p:sp>
      <p:pic>
        <p:nvPicPr>
          <p:cNvPr id="3" name="Picture 2" descr="image_04_before_and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The single largest cost in federal compliance is labor. UIAO is designed to dramatically reduce that category of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Three Layers of Rules</a:t>
            </a:r>
          </a:p>
        </p:txBody>
      </p:sp>
      <p:pic>
        <p:nvPicPr>
          <p:cNvPr id="3" name="Picture 2" descr="image_05_three_layers_of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FedRAMP Moderate Rev 5. CISA SCuBA &amp; BOD 25-01. Your agency policies. Every configuration checked against all three.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Immutable Evidence</a:t>
            </a:r>
          </a:p>
        </p:txBody>
      </p:sp>
      <p:pic>
        <p:nvPicPr>
          <p:cNvPr id="3" name="Picture 2" descr="image_06_immutable_evidenc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Every check, every result, every timestamp is stored in an immutable chain with cryptographic signatures.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What Makes This Different</a:t>
            </a:r>
          </a:p>
        </p:txBody>
      </p:sp>
      <p:pic>
        <p:nvPicPr>
          <p:cNvPr id="3" name="Picture 2" descr="image_07_three_differenti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Deterministic. Produces actual deliverables. Built specifically for federal M365.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The Ask: 90-Day Pilot</a:t>
            </a:r>
          </a:p>
        </p:txBody>
      </p:sp>
      <p:pic>
        <p:nvPicPr>
          <p:cNvPr id="3" name="Picture 2" descr="image_08_ninety_day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Zero licensing cost. Open source. Connect, validate, champion. Real-world validation in a production tenant.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