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UIAO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CCDD"/>
                </a:solidFill>
                <a:latin typeface="Calibri"/>
              </a:defRPr>
            </a:pPr>
            <a:r>
              <a:t>Unified Identity-Addressing-Overlay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27432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UIAO Modernization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6F"/>
                </a:solidFill>
                <a:latin typeface="Calibri"/>
              </a:defRPr>
            </a:pPr>
            <a:r>
              <a:t>Section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6F"/>
                </a:solidFill>
                <a:latin typeface="Calibri"/>
              </a:defRPr>
            </a:pPr>
            <a: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Content goes here. Quarto maps markdown content to this 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6F"/>
                </a:solidFill>
                <a:latin typeface="Calibri"/>
              </a:defRPr>
            </a:pPr>
            <a:r>
              <a:t>Two Column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Left column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Right column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UIAO Modernization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