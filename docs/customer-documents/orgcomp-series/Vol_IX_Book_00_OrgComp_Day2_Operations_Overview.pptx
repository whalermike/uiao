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frame for Volume IX. Volume VII proved ServiceNow can operate compliance drift as owned, evidenced work; Volume IX extends the same coordination layer to the highest-volume work a federal cloud team does — day-2 operations: onboarding a user, resetting an authenticator, standing up a subscription, registering an app, assigning a phone number. State the scope up front: FedRAMP Moderate and Microsoft GCC Moderate only. The four-word journey — Govern, Approve, Actuate, Evidence — is the contract every catalog item honors.</a:t>
            </a:r>
          </a:p>
          <a:p/>
          <a:p>
            <a:r>
              <a:t>Vendor sources: host repo: docs/customer-documents/federal-aan-series/servicenow-day2/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volume. A service desk performs hundreds of identity and configuration changes a week. Done as portal clicks by a standing-admin operator, each is ungoverned and unevidenced, least-privilege only by hope. Multiplied across a week that dwarfs the drift Volume VII chases. This volume makes routine operations produce compliance evidence instead of eroding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load-bearing slide. Card three is the guardrail an assessor probes: the connector holds least-privilege write through the in-boundary MID, never blanket tenant admin. Card four is what turns routine operations into evidence rather than erosion — the same audited, CM-8-reconciled record Volume VII produces for drift.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volume map as a table, each book tied to a roadmap lane and its tracking issue. All four surfaces run the same request → approve → actuate-via-MID → evidence contract; the difference is only the surface and the controls each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through-line: this volume stops the highest-frequency operations from quietly dismantling the controls the architecture already claims. Hand off to Book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ServiceNow Day-2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Volume IX overview — extending the coordination layer to the governed day-2 catalog (FedRAMP Moderate · Microsoft GCC Moderate)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Govern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Actuate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help desk is a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The highest-frequency changes to the estate are day-2 requests — and if they are not governed, approved, least-privilege, and evidenced, they are the largest continuous source of control erosion an assessor finds.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DAY-2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Four rules for every catalog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Typed &amp; control-mapped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No day-2 action is a portal click; it is a catalog item bound in the spine to the NIST control it satisfies.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The gate the control requires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Password reset is identity-verified; a CA exception needs a security approver; a privileged group is time-bound.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Graph via the in-boundary MID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Scoped, logged, individually-approved write — never standing tenant admin over the estate it serves (AC-6).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Audited &amp; reconciled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a change record (CM-3 / AU-2) reconciled to the CM-8 join key, feeding Vol VII Book 04 attestation.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Same coordination discipline as Vol VII, applied to the work a service desk does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Five books across the day-2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Book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Lane / issue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IX-01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Helpdesk &amp; ITSM — JML, resets, group/license, guest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C · #1139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Landing Zone front door — catalog to IaC to CMDB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IX-03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App Registration governance — machine JML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E · #1140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Teams Telephony catalog + Teams SCuBA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§4 · #1141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SaaS integration governance — Entra gallery as an SA-9 event (Lane 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Operate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Helpdesk, landing zone, app registrations, telephony — one discipline, four surfaces.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Routine operations that evidence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operator request is typed, control-mapped, and approved by the gate the control requires.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via the in-boundary MID; no standing tenant admin ever granted by a helpdesk click.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Evidenced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reconciled to CM-8 and fed to Vol VII Book 04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helpdesk catalog (Book 01) — the highest-volume surface, made governed.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