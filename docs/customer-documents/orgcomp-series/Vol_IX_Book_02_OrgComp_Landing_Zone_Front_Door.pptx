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02 puts a governed front door on landing-zone infrastructure-as-code. The IaC is a solved problem in this series (Vol VI Book 01); what is missing is the governed request that drives it — a module anyone can apply from a laptop is not change control, and an address block allocated outside the naming plane is a CM-8 gap the moment it exists. The journey is Request, Approve, Apply, Reconcile. GCC Moderate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the front door. Volume VI proves landing zones expressed as reviewable source close CM-2/CM-3/CM-6. This book makes the invocation of that source governed — an approved, SoD-gated, evidenced provisioning event reconciled to the naming plane. The IaC is necessary; the governed front door is what makes it assessable.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one: the request is structured input the pipeline can act on, not a prose ticket.</a:t>
            </a:r>
          </a:p>
          <a:p/>
          <a:p>
            <a:r>
              <a:t>Vendor sources: https://www.servicenow.com/docs/bundle/zurich-it-operations-management/page/product/cloud-provisioning-governance/concept/cpg-landing-page.html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two: the approver reads a real speculative plan, not a promise — fail fast on a bad change (CM-3/CM-5).</a:t>
            </a:r>
          </a:p>
          <a:p/>
          <a:p>
            <a:r>
              <a:t>Vendor sources: https://www.servicenow.com/docs/bundle/zurich-it-operations-management/page/product/cloud-provisioning-governance/concept/cpg-landing-page.html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three: idempotent apply of reviewed source; the pipeline is the actuator, and the change record is real.</a:t>
            </a:r>
          </a:p>
          <a:p/>
          <a:p>
            <a:r>
              <a:t>Vendor sources: https://www.servicenow.com/docs/bundle/zurich-it-operations-management/page/product/cloud-provisioning-governance/concept/cpg-landing-page.html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four is load-bearing: no landing zone stands up outside the naming plane. An allocation that never reaches IPAM/DDI is a CM-8 / BOD 23-01 finding; reconciliation is part of provisioning, not later clean-up.</a:t>
            </a:r>
          </a:p>
          <a:p/>
          <a:p>
            <a:r>
              <a:t>Vendor sources: https://www.servicenow.com/docs/bundle/zurich-it-operations-management/page/product/cloud-provisioning-governance/concept/cpg-landing-page.html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the generated rows. Emphasize the reuse: the DDI app (Vol VIII Book 07) already implements this exact loop for DNS-backed subnet provisioning; this book extends the same records to full landing-zone provisioning. FedRAMP Moderate.</a:t>
            </a:r>
          </a:p>
          <a:p/>
          <a:p>
            <a:r>
              <a:t>Vendor sources: host repo: infoblox-ddi-book/servicenow-app/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composition: the front door governs provisioning; drift after apply is a Vol VII Book 03 concern, and the two compose. Reconciliation depends on the IPAM/DDI backend chosen in the Volume VIII / InfoBlox decision. Hand off to Book 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795527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  <a:latin typeface="Arial"/>
              </a:rPr>
              <a:t>FEDERAL APPLICATION-AWARE NETWORKING · VOLUME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Arial"/>
              </a:rPr>
              <a:t>Landing Zone Front Door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7772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B7C"/>
                </a:solidFill>
                <a:latin typeface="Arial"/>
              </a:rPr>
              <a:t>Vol IX Book 02 — the catalog request that drives change-controlled IaC and reconciles every allocation to the naming plane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6182" y="2871216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602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890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90722" y="2871216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Approve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5262" y="2871216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Apply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510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9798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9802" y="2871216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284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Reconcile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7"/>
            <a:ext cx="795527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5B6B7C"/>
                </a:solidFill>
                <a:latin typeface="Arial"/>
              </a:rPr>
              <a:t>Date Code: 2026-07-12 15:00 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34840"/>
            <a:ext cx="7955279" cy="475488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 w="9525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900" b="1">
                <a:solidFill>
                  <a:srgbClr val="8A6210"/>
                </a:solidFill>
                <a:latin typeface="Arial"/>
              </a:rPr>
              <a:t>DRAFT PROPOSAL — pre-decisional working material for architecture review. Not an approved standard, authorization, or agency position.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IaC without a front door is not 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Landing Zone Front Door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8229600" cy="82296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>
                <a:solidFill>
                  <a:srgbClr val="1F3A5F"/>
                </a:solidFill>
                <a:latin typeface="Arial"/>
              </a:rPr>
              <a:t>A Terraform module anyone can apply is a click-path with no approval trail — and an allocation that never reaches IPAM/DDI is shadow inventory the moment it exists.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PROVISIONING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Catalog request to reconciled landing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Landing Zone Front Door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8056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Request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typed variables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2 — Approve / SoD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requester != approver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Apply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reviewed = deployed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Reconcile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to IPAM/DDI (CM-8)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1. Request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A catalog item captures the landing-zone parameters (environment, size, address needs) as typed variables, not free text.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PROVISIONING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Catalog request to reconciled landing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Landing Zone Front Door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Request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typed variables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Approve / SoD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requester != approver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Apply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reviewed = deployed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Reconcile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to IPAM/DDI (CM-8)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2. Approve / SoD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The request routes through approval with separation of duties, and the CPG Terraform Connector runs a speculative plan the approver reviews before any state changes.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PROVISIONING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Catalog request to reconciled landing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Landing Zone Front Door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Request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typed variables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Approve / SoD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requester != approver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Apply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reviewed = deployed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Reconcile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to IPAM/DDI (CM-8)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3. Apply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On approval, the change-controlled pipeline applies the reviewed source idempotently — deployed state equals reviewed source (CM-2).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PROVISIONING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Catalog request to reconciled landing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Landing Zone Front Door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Request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typed variables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Approve / SoD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requester != approver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Apply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reviewed = deployed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9711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4 — Reconcile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to IPAM/DDI (CM-8)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4. Reconcile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The address/subnet allocation is written to and reconciled with the authoritative IPAM/DDI record, then the validation gate closes the request with evidence.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AUTHORITIES CLOSED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landing-zone closures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Landing Zone Front Door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Title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CM-2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Baseline Configuration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Catalog request drives change-controlled IaC — deployed = reviewed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CM-3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Configuration Change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Approval → speculative plan → apply → gate → close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CM-8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System Component Inventory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Address/subnet reconciled to authoritative IPAM/DDI at provisioning time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This is the DDI ServiceNow app generalized — same connectors, same in-boundary MID, broader module scope.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WHERE THIS LEAVES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Provisioning that is governed and reconciled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Landing Zone Front Door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Governed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Every landing zone stood up through an approved, SoD-gated, evidenced provisioning event.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This 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Reconciled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No allocation outside the naming plane — CM-8 holds at provisioning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CM-8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Composes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Provision governed here; monitor drift after apply with Vol VII Book 03 (Azure Policy).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Vol VII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Next: app-registration governance (Book 03) — the workload-identity lifecycle.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