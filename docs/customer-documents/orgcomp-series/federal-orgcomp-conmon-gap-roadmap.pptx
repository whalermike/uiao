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the briefing companion to the Federal OrgComp / ConMon Compliance Gap Roadmap — the series' single source of truth for federal dates, scoped to FedRAMP Moderate throughout. The headline: the series is complete and the authorization package is ready for FedRAMP PMO submission. All nineteen parts are delivered as of July 5, 2026; the evaluation engine (ADR-111) is wired for all 29 FedRAMP 20x CR26 KSI rules with zero scaffold rules remaining; the OSCAL AP+AR+POA&amp;M bundle generates via &lt;engine&gt; oscal bundle with 29/29 KSIs satisfied, zero open risks, and zero POA&amp;M items. The two working layers: the OrgComp series (Parts 1-19) provides the complete evidence and authorization layer for FedRAMP 20x continuous monitoring, and the Conformance Adapter / OSCAL Emitter framework provides the evidence governance layer — tracking which evidence closes which control, generating machine-readable KSI packages, and feeding the automated ConMon gate. Caveat to voice: internal working artifact, not an authorization package; claims advisory pending formal ATO review. Date Code identifies this version; newest code wins.
Vendor sources: https://www.fedramp.gov/20x/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sequence slide 1 of 3 — the federal compliance timeline, researched and verified 2026-07-07. Build 1 of 3 — the elapsed baseline: mandates whose deadlines have already passed and whose posture must therefore be evidence-backed today. NIST SP 800-53 Rev 5 has been the current catalog since Rev 4's withdrawal in September 2021 — everything in the series maps to it at the Moderate baseline. M-21-31's event-logging maturity tiers completed in August 2023 (EL1 August 2022, EL2 February 2023, EL3 full) — the AU-family evidence Parts 13 and 19 carry. M-21-07's IPv6 milestones ran 20% IPv6-only in FY2023 to 80% in FY2025 — an IPAM question, Part 1's plane. M-22-09's Zero Trust goals came due at the end of FY2024 and the memo was NOT superseded — M-24-14 (July 2024) and M-25-04 (January 2025) direct continued maturation, and FISMA/CDM metrics still measure against it: phishing-resistant MFA and application-layer enforcement are Parts 3 and 5. BOD 25-01's SCuBA sequence completed June 20, 2025 — the KSI-001..010 surface the ScubaDrift pipeline now attests with per-policy dispositions. And NIST 800-53 Release 5.2.0 (August 27, 2025) added SA-15(13), SA-24, and SI-2(7) under EO 14306's patch-security push — the one tracked gap: the series' Parts 11/15 closure tables predate these and must map them before the next annual assessment. Also in the elapsed set (in the roadmap's full table): BOD 18-01 DMARC/HTTPS, BOD 22-01 KEV, BOD 23-01 asset visibility, M-23-02's annual crypto inventories, FIPS 203/204/205 (August 2024), and the Kari's Law / RAY BAUM'S Act telecom pair Part 6 owns.
Vendor sources: https://www.fedramp.gov/20x/ | https://www.cisa.gov/news-events/directives/bod-26-04-prioritizing-security-updates-based-risk | https://csrc.nist.gov/News/2025/nist-releases-revision-to-sp-800-53-controls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sequence slide 2 of 3 — the federal compliance timeline, researched and verified 2026-07-07. Build 2 of 3 — the active window, all verified 2026-07-07 against fedramp.gov and cisa.gov. June: BOD 26-04 issued June 10 (risk-based vulnerability prioritization on a four-variable model — public exposure, KEV listing, exploit automatability, technical impact — with remediation timelines from 3 days to deferral, replacing flat CVSS windows), and the FedRAMP Consolidated Rules for 2026 published June 25, taking 20x out of pilot. July: marketplace listings opened July 6 for CSPs entering initial implementation; FedRAMP Ready went legacy July 28. August: Class A opens August 3; the temporary Rev5 Program Certification pipelines (Ready-conversion and lost-sponsor paths for Class B/C) open August 10; Class B and C open August 31 — SSA's GCC Moderate window, and the roadmap's Phase 7 submission target; and August 7 is BOD 26-04's first gate — agency vulnerability-management policies must support ongoing risk-based remediation (Part 11's framework). September 21: every FIPS 140-2 certificate moves to NIST's Historical List — no new procurement reliance on 140-2-only validated modules; verify cryptographic modules are FIPS 140-3 tracked (SC-13; Parts 3 and 12). December 7: the double gate — BOD 26-04's remediation timelines take force AND FedRAMP's VDR/VER rules become mandatory: machine-readable SBOM plus vendor disclosure, which is exactly what the Part 15 pipeline (Syft, Grype, OpenVEX) produces and Book 19's submission procedure documents. KSI-011 through 014 become evaluable on that contract.
Vendor sources: https://www.fedramp.gov/20x/ | https://www.cisa.gov/news-events/directives/bod-26-04-prioritizing-security-updates-based-risk | https://csrc.nist.gov/News/2025/nist-releases-revision-to-sp-800-53-controls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sequence slide 3 of 3 — the federal compliance timeline, researched and verified 2026-07-07. Build 3 of 3 — the horizon. January 1, 2027 is the hinge: the Consolidated Rules become mandatory for all FedRAMP systems — all ConMon evidence in machine-readable KSI format, the legacy Rev 5 path closed for new authorizations — and, on the same day, CNSA 2.0's acquisition gate opens for National Security Systems (new NSS acquisitions must support ML-KEM-1024 key establishment and ML-DSA-87 signatures; NSS-scoped, but the civilian trajectory follows through M-23-02's inventory-and-migrate discipline). June 11, 2027: no new Rev5 certifications. Around August 2027: the next scheduled NIST 800-53 release on the announced two-year cadence from Release 5.2.0 — the roadmap tracks it because 5.2.0 already demonstrated that minor releases add controls. Then the long arc: 2030, quantum-vulnerable cryptography deprecated as a federal target; 2035, migration complete and quantum-vulnerable algorithms prohibited — the M-23-02/NSM-10 horizon that the annual crypto inventories (Parts 3 and 12) feed. Land the teal bar: FedRAMP 20x's demand for continuous, automated, machine-readable evidence maps exactly to what the series' active-governance control plane produces — the architectural transition IS the compliance posture. That is why the roadmap's status page reads 29/29 KSIs at high confidence.
Vendor sources: https://www.fedramp.gov/20x/ | https://www.cisa.gov/news-events/directives/bod-26-04-prioritizing-security-updates-based-risk | https://csrc.nist.gov/News/2025/nist-releases-revision-to-sp-800-53-controls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roadmap's control-closure summary in three bands. Band one — the substrate and modernization tracks, Parts 1 and 5-9: 34 distinct controls, led by InfoBlox DDI's 16 (Part 1), the Entra ID / ZTNA / Active Governance track's 12 (Part 5), and SD-WAN/SASE/UC's 7 (Part 6), with the SQL Server authentication parts (7-8) adding IA-family depth and the database architecture part (9) adding SC/SI depth. Band two — Part 4's identity SSOT: AC-2, AC-2(1), PS-4, PS-5, IA-4, SI-12, the HR-driven lifecycle evidence binding to slot-01. Band three — the operations and governance sweep, Parts 10-19, roughly 72+ additional controls: privileged access (AC-5/6 family, IA-11), vulnerability management (RA-5, SI-2/5, CM-7 — now BOD 26-04-shaped), data protection (MP family, SC-12/13/17/28, AU-10), SIEM/XDR (AU-6/7/8/11, SI-4, IR-4/6/8), business continuity (CP family), supply chain (SR family plus the BOD 26-04 VER framework), program management (PM family incl. PM-30 SCRM charter), PII processing (PT family), training (AT family), and Part 19's authorization package closing the CA family itself (CA-2/5/6/7, RA-3, SA-15). Land the red bar: the one tracked gap is Release 5.2.0's three new controls — SA-15(13), SA-24, SI-2(7) — which postdate the Parts 11/15 closure tables. Map them before the next annual assessment.
Vendor sources: https://csrc.nist.gov/News/2025/nist-releases-revision-to-sp-800-53-controls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 machine — the Conformance Adapter's eight surface slots, all bound. Walk the table briefly: slot-01 identity carries Parts 3, 4, 5, and 10 (KSI-IAM); slot-02 data carries Part 12; slot-03 network carries Parts 1, 2, and 6 (KSI-CNA and KSI-SVC — the Book 05 appendix's evidence contracts land here); slot-04 telemetry carries Parts 11-13; slot-05 endpoint Parts 2, 10, 11, 17; slot-06 security Parts 11, 13, 15, 16 (KSI-CMT and KSI-SCR — the BOD 26-04 VER framework); slot-07 continuity Part 14; slot-08 training Part 18, which closed the last scaffold (KSI-022, KSI-CED-RAT) on July 4, 2026. The right panel is the coverage arithmetic the series keeps insisting on: 10 of the 29 CR26 rules are attestable by ScuBA-based configuration tooling (KSI-001..010) — and as of July 5, 2026 those are no longer 'always satisfied' pass-throughs: the ScubaDrift disposition pipeline feeds per-policy results with dispositions (actionable_new_drift, lapsed_acceptance, governed_exception), POA&amp;M tickets, and expiry into the assessment results. The remaining 19 rules bind to evidence slots that exist only because the architecture in Parts 1-18 was built — conformance tooling measures drift from an intended state; it cannot author one. The authoritative rule-by-rule matrix lives in Book 00; Book 19 carries the evidence procedures.
Vendor sources: https://www.cisa.gov/news-events/directives/bod-25-01-implementing-secure-practices-cloud-services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in the SSA review response. The review observed that the series' 'no alternate closure path' language could be misread as claiming a single vendor path — this slide is the standing correction. Closure necessity names MECHANISM CLASSES ('only port-based authentication closes IA-3' is a protocol claim, not a product claim); every product named in the series is a deployed example of its mechanism, and this table shows the FedRAMP-authorized alternatives per layer — six of the ten layers here, the full matrix (adding IdP, PAM, CLM, MDM) in the roadmap document itself. Two rows worth voicing: the HR system of record row — the provisioning pipeline is source-agnostic BY DESIGN, so substituting Workday or SuccessFactors changes only the middleware adapter and none of the doctrine (Book 04); and the SIEM row — detection content gets rewritten but the slot evidence contracts and OSCAL emitters are format-stable. The doctrine statement for leadership: multiple compliant paths exist before the agency chooses, exactly one after — the selected path becomes mandatory once chosen, because split implementations of a truth plane recreate the fragmented-truth problem the series exists to end. Also note what is deliberately NOT here: the NGTP procurement bid matrices (Vendor A-F) stay out of the architecture corpus — source-selection sensitive; this table answers the leadership question from public information. Verify every candidate's current authorization on the FedRAMP Marketplace at procurement time.
Vendor sources: https://www.fedramp.gov/20x/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in the SSA review response — the adoption artifact the review correctly identified as the missing layer ('without governance clarity, any roadmap cannot be adopted'). The full document is federal-aan-governance-ownership-model; this slide is its shape. Three components: (1) the track ownership matrix — eighteen rows, one per series track, each with exactly one Accountable owner plus R/C/I; it answers the question the review found the agency repeatedly asking: Zero Trust is not a row because it is the doctrine every row implements; SCuBA ownership is the Part 11/13 rows (OIS accountable, CSI Team responsible for the ScubaDrift pipeline); compliance ownership is the Part 19 row, where the Authorizing Official is accountable and everyone else produces evidence. (2) The decision-rights register, D1 through D14 — every decision the series explicitly deferred to governance, each with exactly one decision owner: the DDI Path A/B choice, the Grid Admin accountability model, the RADIUS platform, the NAC binding validation, SD-WAN Manager hosting, TIC 3.0 Use Case E posture, the attribute authority map sign-off, leaver-automation go-live, standing gated-actuation approvals, MAB and ScubaDrift governed-exception approvals (both expiring), boundary-variance escalation, package submission, and vendor substitution within a mechanism class. (3) The go/no-go criteria — six gates protecting field offices and telework from enforcement-phase breakage, drawn from the monitor-before-enforce shape all the series rollouts share. The two-layer rule to voice: the series doctrine stays organization-free so it survives reorganizations; this model is the binding to the current org chart — and because Part 4 made the org chart data, a reorganization updates it by re-derivation. The amber ask: D0 — ratify the model itself; every assignment is a recommendation pending CIO Office / OIS ratification.
Vendor sources: host repo: docs/customer-documents/federal-aan-series/federal-aan-conmon-gap-roadmap.md | https://www.fedramp.gov/20x/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phase ladder from the roadmap's sequenced implementation plan. Completed: Phases 0 through 4 landed by July 3 — Parts 1-17 delivered, the first seven evidence slots bound, the complete OSCAL AP+AR+POA&amp;M bundle generating, and every KSI theme covered by local rules. Phase 5 (July 4) delivered Part 18's training program, bound slot-08, and activated KSI-022 at high confidence — the last scaffold rule. Phase 6 (July 5) delivered Part 19: the authorization package structure (SSP, SAR, POA&amp;M, OSCAL bundle committed at 29/29 satisfied with zero open risks), the ScubaDrift disposition pipeline replacing the always-satisfied ScuBA guard, the BOD 26-04 VDR/VER submission procedure, and the CA-7 ConMon cadence. Open: Phase 7 — submission — is the amber-ringed action: the authorization package goes to the FedRAMP PMO in the Class B/C window that opens August 31, 2026; the BOD 26-04 VDR/VER artifacts (machine-readable SBOM from the Syft + Grype + OpenVEX pipeline) go to CISA by the December 7, 2026 hard deadline; the 20x ATO issues on the 29/29 assessment results. Phase 8 is the steady state: monthly &lt;engine&gt; oscal bundle AR refresh, CISA ScuBA assessment, and POA&amp;M checks; quarterly KSI evidence-quality and training-completion reviews; semi-annual incident-response drill (Part 18) and contingency tabletop (Part 14); annual full KSI re-assessment and ATO renewal preparation.
Vendor sources: https://www.fedramp.gov/20x/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asks, each with its date. (1) Submit the package: the OSCAL bundle is committed at 29/29 KSIs satisfied with zero open risks and zero POA&amp;M items — the Class B/C window opens August 31, 2026, and the decision to submit belongs to leadership; everything technical is done. (2) File the VDR/VER artifacts with CISA by the December 7, 2026 hard deadline — the machine-readable SBOM plus vendor disclosure that the Part 15 pipeline (Syft, Grype, OpenVEX) produces and Book 19's procedure documents. (3) Map the Release 5.2.0 controls — SA-15(13), SA-24, SI-2(7) — into the Parts 11/15 closure tables before FedRAMP incorporates the deltas into baselines; this is the roadmap's one tracked gap. (4) Check the crypto estate against two clocks: September 21, 2026, when FIPS 140-2-only validated modules lose new-procurement standing (verify 140-3 tracking), and the longer M-23-02 arc — annual crypto inventories feeding the 2030 deprecation and 2035 prohibition of quantum-vulnerable cryptography. Close: the series is complete, the package is ready, and every remaining clock is external. The roadmap document is the single source of truth for federal dates — researched and verified July 7, 2026 — and carries a Date Code; newest code wins. All scoped to FedRAMP Moderate.
Vendor sources: https://www.fedramp.gov/20x/ | https://www.cisa.gov/news-events/directives/bod-26-04-prioritizing-security-updates-based-risk | host repo: docs/customer-documents/federal-aan-series/federal-aan-conmon-gap-roadmap.md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SERIES • ROADMAP BRIEFING • FEDRAMP MODERATE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 Is Ready. The Clock Is Running.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/ ConMon Compliance Gap Roadmap — Series Status, the Full Federal Timeline, and the Path to FedRAMP PMO Submission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807208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parts delivered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20440" y="2697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703320" y="2807208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CR26 KSI rules active — zero scaffold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46520" y="2697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807208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risks · POA&amp;M items in the OSCAL bundle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413308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Code: 2026-07-27 09:38 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7955280" cy="475488"/>
          </a:xfrm>
          <a:prstGeom prst="roundRect">
            <a:avLst>
              <a:gd name="adj" fmla="val 13462"/>
            </a:avLst>
          </a:prstGeom>
          <a:solidFill>
            <a:srgbClr val="FBF3E4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44348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6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proposal by the CSI Team (Cloud Services Infrastructure) — internal working artifact; not an authorization package or official assessment. All control-closure claims advisory pending formal ATO review.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COMPLIANCE TIMELINE — STEP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force: the elapsed baseline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3776" y="1207008"/>
            <a:ext cx="27157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31750">
            <a:solidFill>
              <a:srgbClr val="D486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6656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 baseline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91256" y="1490472"/>
            <a:ext cx="128016" cy="0"/>
          </a:xfrm>
          <a:prstGeom prst="line">
            <a:avLst/>
          </a:prstGeom>
          <a:noFill/>
          <a:ln w="25400">
            <a:solidFill>
              <a:srgbClr val="C9D4E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55848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83864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window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490472"/>
            <a:ext cx="128016" cy="0"/>
          </a:xfrm>
          <a:prstGeom prst="line">
            <a:avLst/>
          </a:prstGeom>
          <a:noFill/>
          <a:ln w="25400">
            <a:solidFill>
              <a:srgbClr val="C9D4E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63056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91072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 horizon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1965960"/>
            <a:ext cx="118872" cy="118872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" y="19202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2021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800-53 Rev 5 current (Rev 4 withdrawn) — the catalog everything maps 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350008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" y="230428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2023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M-21-31 logging complete: EL1 (Aug 2022) → EL2 (Feb 2023) → EL3 full (AU family)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2734056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6112" y="2688336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M-21-07 IPv6: 20% FY2023 → 50% FY2024 → 80% FY2025 (CM-8, SC)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118104"/>
            <a:ext cx="118872" cy="118872"/>
          </a:xfrm>
          <a:prstGeom prst="ellipse">
            <a:avLst/>
          </a:prstGeom>
          <a:solidFill>
            <a:srgbClr val="D4860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30723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2024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M-22-09 Zero Trust goals due — not superseded; M-24-14 + M-25-04 continue; FISMA/CDM still measure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350215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96112" y="345643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2025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25-01 SCuBA complete: tenants Feb 21 → tools Apr 25 → all mandatory policies Jun 20, 2025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" y="388620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6112" y="384048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2025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 Release 5.2.0: adds SA-15(13), SA-24, SI-2(7) — unmapped in Parts 11/15 (action item)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43400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F9EAE8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43434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clocks have already run out. The series' posture against each is evidence-backed — except the three Release 5.2.0 controls, which are the roadmap's one tracked gap.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COMPLIANCE TIMELINE — STEP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FY2026: the active window — six months, six gates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6656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 baseline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91256" y="1490472"/>
            <a:ext cx="128016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00984" y="1207008"/>
            <a:ext cx="27157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31750">
            <a:solidFill>
              <a:srgbClr val="D486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55848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83864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window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490472"/>
            <a:ext cx="128016" cy="0"/>
          </a:xfrm>
          <a:prstGeom prst="line">
            <a:avLst/>
          </a:prstGeom>
          <a:noFill/>
          <a:ln w="25400">
            <a:solidFill>
              <a:srgbClr val="C9D4E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63056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91072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 horizon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1965960"/>
            <a:ext cx="118872" cy="118872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" y="19202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2026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26-04 issued (Jun 10) · FedRAMP CR26 published (Jun 25)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350008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" y="230428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 marketplace opens (Jul 6) · FedRAMP Ready goes legacy (Jul 28)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2734056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6112" y="2688336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3 / 31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A opens · Class B + C open — the GCC Moderate window (Rev5 conversion paths Aug 10)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118104"/>
            <a:ext cx="118872" cy="118872"/>
          </a:xfrm>
          <a:prstGeom prst="ellipse">
            <a:avLst/>
          </a:prstGeom>
          <a:solidFill>
            <a:srgbClr val="D4860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30723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26-04: agency vulnerability-management policies must support risk-based remediation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350215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96112" y="345643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21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140-2 certificates → NIST Historical List — verify FIPS 140-3 tracking (SC-13)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" y="388620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6112" y="384048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26-04 remediation timelines in force + FedRAMP VDR/VER mandatory (SBOM + vendor disclosure)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43400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FBF3E4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43434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SSA's submission window opens Aug 31. The BOD 26-04 VDR/VER artifacts (the Part 15 Syft + Grype + OpenVEX pipeline) are due to CISA by Dec 7 — the roadmap's Phase 7 items.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COMPLIANCE TIMELINE — STEP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and beyond: the horizon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6656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 baseline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91256" y="1490472"/>
            <a:ext cx="128016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55848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83864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window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98464" y="1490472"/>
            <a:ext cx="128016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08192" y="1207008"/>
            <a:ext cx="27157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31750">
            <a:solidFill>
              <a:srgbClr val="D486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63056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91072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 horizon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196596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" y="19202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1, 2027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CR26 mandatory for all — machine-readable KSI evidence or nothing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350008"/>
            <a:ext cx="118872" cy="118872"/>
          </a:xfrm>
          <a:prstGeom prst="ellipse">
            <a:avLst/>
          </a:prstGeom>
          <a:solidFill>
            <a:srgbClr val="D486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" y="230428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1, 2027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CNSA 2.0 acquisition gate (NSS-scoped): ML-KEM-1024 + ML-DSA-87; civilian PQC follows via M-23-02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2734056"/>
            <a:ext cx="118872" cy="118872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6112" y="2688336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11, 2027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Rev5 certifications accepted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118104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30723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~Aug 2027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scheduled NIST 800-53 release — two-year cadence from 5.2.0; watch for control deltas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3502152"/>
            <a:ext cx="118872" cy="118872"/>
          </a:xfrm>
          <a:prstGeom prst="ellipse">
            <a:avLst/>
          </a:prstGeom>
          <a:solidFill>
            <a:srgbClr val="5B6B7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96112" y="345643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Quantum-vulnerable cryptography deprecated (federal target)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" y="3886200"/>
            <a:ext cx="118872" cy="118872"/>
          </a:xfrm>
          <a:prstGeom prst="ellipse">
            <a:avLst/>
          </a:prstGeom>
          <a:solidFill>
            <a:srgbClr val="5B6B7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6112" y="384048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PQC migration complete; quantum-vulnerable prohibited — M-23-02 / NSM-10 horizon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43400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E6F5F2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43434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architectural bet pays out here: a control plane that emits structured JSON of every observation IS a CR26-compliant ConMon implementation. The series built exactly that.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SERIES CLOSED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112+ controls across nineteen parts, three bands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30936" y="1362456"/>
            <a:ext cx="1188720" cy="704088"/>
          </a:xfrm>
          <a:prstGeom prst="roundRect">
            <a:avLst>
              <a:gd name="adj" fmla="val 7792"/>
            </a:avLst>
          </a:prstGeom>
          <a:solidFill>
            <a:srgbClr val="EDF3F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0936" y="1362456"/>
            <a:ext cx="1188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13441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 + modernization (Parts 1, 5–9)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InfoBlox DDI 16 · Entra/ZTNA/Active Governance 12 · SD-WAN/SASE/UC 7 — plus IA/SC/SI depth from the SQL and database parts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0936" y="2414016"/>
            <a:ext cx="1188720" cy="704088"/>
          </a:xfrm>
          <a:prstGeom prst="roundRect">
            <a:avLst>
              <a:gd name="adj" fmla="val 7792"/>
            </a:avLst>
          </a:prstGeom>
          <a:solidFill>
            <a:srgbClr val="E6F5F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" y="2414016"/>
            <a:ext cx="1188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239572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SSOT (Part 4)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AC-2, AC-2(1), PS-4, PS-5, IA-4, SI-12 — the HR-driven lifecycle and the slot-01 identity evidence family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0936" y="3465576"/>
            <a:ext cx="1188720" cy="704088"/>
          </a:xfrm>
          <a:prstGeom prst="roundRect">
            <a:avLst>
              <a:gd name="adj" fmla="val 7792"/>
            </a:avLst>
          </a:prstGeom>
          <a:solidFill>
            <a:srgbClr val="FBF3E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" y="3465576"/>
            <a:ext cx="1188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11680" y="344728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+ governance (Parts 10–19)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 · vulnerability mgmt · data protection · SIEM/XDR · continuity · SCRM/SBOM · PM governance · PII · training · the authorization package itself (CA family)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F9EAE8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4434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the tracked gap: Release 5.2.0's SA-15(13), SA-24, SI-2(7) — landing in Parts 11/15 scope when FedRAMP incorporates the deltas. Map before the next annual assessment.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slots bound; ten rules ScuBA-attested; nineteen slot-bound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49377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78308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from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 themes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slot-01 identity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3, 4, 5, 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KSI-IAM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slot-02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KSI-MLA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slot-03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1, 2, 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KSI-CNA, KSI-SVC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slot-04 telemetry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11, 12, 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KSI-MLA, KSI-INR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slot-05 endpoint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2, 10, 11, 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KSI-PIY, PT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slot-06 security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11, 13, 15, 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KSI-CMT, KSI-SCR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slot-07 continuity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KSI-RPL, KSI-INR, KSI-CED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slot-08 training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KSI-CED (RAT, high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23444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8064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COVERAGE ARITHMETIC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06440" y="16916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of 29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are ScuBA-attestable (KSI-001..010) — and since 2026-07-05 each carries a ScubaDrift evidence-backed verdict with per-policy disposition, POA&amp;M ticket, and expiry. Nothing is “always satisfied.”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of 29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bind to evidence slots that exist only because Parts 1–18 were built. A conformance tool measures drift from an intended state; it cannot author one.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443484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31520" y="4434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rule-by-rule view (closing technology, attestability, evidence slot, series part) is the KSI Closure Necessity Matrix in Book 00.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RESPONSE — CLARIFICATION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Mechanism, not product: alternatives exist at every layer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(mechanism)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 example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FedRAMP-authorized alternatives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DDI (SC-20/21/22, CM-8)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InfoBlox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BlueCat; composite cloud-native path (with reconciliation cost)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 / RADIUS (IA-3)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NPS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Cisco ISE; Aruba ClearPass; Forescout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SD-WAN (SC-8, AC-4)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Cisco Catalyst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Prisma SD-WAN; Fortinet; Versa; VeloCloud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SASE / TIC 3.0 PEP (SC-7, SI-3)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Cisco Umbrella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Zscaler; Netskope GovCloud; Prisma Access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system of record (AC-2, PS-4/5)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 HCM Cloud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Workday Gov; SuccessFactors — adapter-only change by design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 / evidence (AU-6, SI-4)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Sentinel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Splunk GovCloud; Elastic — slot contracts unchanged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60520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doctrine, stated for leadership: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necessity names mechanism classes, never vendors. Multiple compliant paths exist before the agency chooses; exactly one exists after — the selected path becomes mandatory. Full 10-layer matrix in the roadmap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RESPONSE — ADOPTION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governance &amp; ownership model: who owns what, who decides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5216" y="1362456"/>
            <a:ext cx="2441448" cy="512064"/>
          </a:xfrm>
          <a:prstGeom prst="roundRect">
            <a:avLst>
              <a:gd name="adj" fmla="val 10714"/>
            </a:avLst>
          </a:prstGeom>
          <a:solidFill>
            <a:srgbClr val="EDF3F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4944" y="1362456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ownership matrix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02536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Eighteen rows — one per series track — with exactly ONE Accountable owner each, plus Responsible, Consulted, Informed. Answers the standing question directly: Zero Trust is the doctrine every row implements; SCuBA is the Part 11/13 rows; compliance is the Part 19 row, where the AO is accountable.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92424" y="1362456"/>
            <a:ext cx="2441448" cy="512064"/>
          </a:xfrm>
          <a:prstGeom prst="roundRect">
            <a:avLst>
              <a:gd name="adj" fmla="val 10714"/>
            </a:avLst>
          </a:prstGeom>
          <a:solidFill>
            <a:srgbClr val="E6F5F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02152" y="1362456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Decision-rights register (D1–D14)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47288" y="2002536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the series deferred to governance, each with one owner: Path A/B (D1), RADIUS platform (D3), SD-WAN hosting (D5), TIC posture (D6), gated-actuation approvals (D9), MAB and ScubaDrift exceptions (D10/D11), boundary-variance escalation (D12), submission (D13).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1616" y="123444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99632" y="1362456"/>
            <a:ext cx="2441448" cy="512064"/>
          </a:xfrm>
          <a:prstGeom prst="roundRect">
            <a:avLst>
              <a:gd name="adj" fmla="val 10714"/>
            </a:avLst>
          </a:prstGeom>
          <a:solidFill>
            <a:srgbClr val="FBF3E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1362456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criteria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54496" y="2002536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gates that stop an enforcement phase from breaking a field office: baseline unexplained, exception backlog open, no same-day rollback, Help Desk unbriefed, telework parity untested, peak-period freeze. Recorded per site by the track's Accountable, with OIS concurrence.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first ask — D0: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ratify the governance &amp; ownership model itself. Every assignment is a CSI Team recommendation pending CIO Office / OIS ratification; ratification unblocks every other decision in the register.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PROGRAM STANDS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0–6 complete; two phases remain — and both have dates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6F5F2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0–4 (Jul 3): Parts 1–17 delivered · slots 1–7 bound · OSCAL AP+AR+POA&amp;M bundle · all KSI themes covered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9280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6F5F2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" y="1938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(Jul 4): Part 18 training — slot-08 bound; KSI-022 active at high confidence; zero scaffold rules remain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55117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6F5F2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2596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5511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(Jul 5): Part 19 authorization package — 29/29 bundle committed · ScubaDrift verdicts wired · BOD 26-04 VDR/VER procedure · CA-7 ConMon cadence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" y="3236976"/>
            <a:ext cx="8339328" cy="795528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1750">
            <a:solidFill>
              <a:srgbClr val="D486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329184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BF3E4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346704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— submission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package to FedRAMP PMO in the Class B/C window (opens Aug 31, 2026) · BOD 26-04 VDR/VER artifacts to CISA by Dec 7, 2026 · 20x ATO issued on the 29/29 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4123944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— ongoing ConMon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bundle refresh + ScuBA assessment + POA&amp;M check · quarterly evidence-quality and training reviews · semi-annual IR drill and CP tabletop · annual full KSI re-assessment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actions, four dates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OrgComp — ConMon Gap Roadmap · CSI Team Draft — Internal · FedRAMP Moderate · Date Code 2026-07-27 09:38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404164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30936" y="1362456"/>
            <a:ext cx="3785616" cy="365760"/>
          </a:xfrm>
          <a:prstGeom prst="roundRect">
            <a:avLst>
              <a:gd name="adj" fmla="val 12500"/>
            </a:avLst>
          </a:prstGeom>
          <a:solidFill>
            <a:srgbClr val="F3F5F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362456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package   </a:t>
            </a:r>
            <a:pPr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31, 2026 →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801368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PMO, Class B/C window — opens Aug 31, 2026. The bundle is committed and ready; the decision to submit is leadership's.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234440"/>
            <a:ext cx="404164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18888" y="1362456"/>
            <a:ext cx="3785616" cy="365760"/>
          </a:xfrm>
          <a:prstGeom prst="roundRect">
            <a:avLst>
              <a:gd name="adj" fmla="val 12500"/>
            </a:avLst>
          </a:prstGeom>
          <a:solidFill>
            <a:srgbClr val="F3F5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46904" y="1362456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the VDR/VER artifacts   </a:t>
            </a:r>
            <a:pPr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Dec 7, 2026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73752" y="1801368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26-04 submission to CISA — machine-readable SBOM + vendor disclosure from the Part 15 pipeline. Hard deadline.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862072"/>
            <a:ext cx="404164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0936" y="2990088"/>
            <a:ext cx="3785616" cy="365760"/>
          </a:xfrm>
          <a:prstGeom prst="roundRect">
            <a:avLst>
              <a:gd name="adj" fmla="val 12500"/>
            </a:avLst>
          </a:prstGeom>
          <a:solidFill>
            <a:srgbClr val="F3F5F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58952" y="2990088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5.2.0 controls   </a:t>
            </a:r>
            <a:pPr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assessment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SA-15(13), SA-24, SI-2(7) into the Parts 11/15 closure tables before FedRAMP incorporates the deltas.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2862072"/>
            <a:ext cx="404164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18888" y="2990088"/>
            <a:ext cx="3785616" cy="365760"/>
          </a:xfrm>
          <a:prstGeom prst="roundRect">
            <a:avLst>
              <a:gd name="adj" fmla="val 12500"/>
            </a:avLst>
          </a:prstGeom>
          <a:solidFill>
            <a:srgbClr val="F3F5F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46904" y="2990088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crypto estate   </a:t>
            </a:r>
            <a:pPr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Sep 21, 2026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73752" y="3429000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140-2-only modules lose procurement standing Sep 21, 2026; M-23-02 crypto inventory feeds the 2030/2035 PQC arc.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43484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4434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series is complete; the package is ready; the clocks are external now. The roadmap document carries the full sourced timeline and stays current — newest Date Code wins.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AAN / ConMon Compliance Gap Roadmap (FedRAMP Moderate)</dc:title>
  <dc:subject>PptxGenJS Presentation</dc:subject>
  <dc:creator>CSI Team (Cloud Services Infrastructure)</dc:creator>
  <cp:lastModifiedBy>CSI Team (Cloud Services Infrastructure)</cp:lastModifiedBy>
  <cp:revision>1</cp:revision>
  <dcterms:created xsi:type="dcterms:W3CDTF">2026-07-07T19:28:20Z</dcterms:created>
  <dcterms:modified xsi:type="dcterms:W3CDTF">2026-07-07T19:28:20Z</dcterms:modified>
</cp:coreProperties>
</file>