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01 is the highest-volume day-2 surface: the everyday Entra/M365 help-desk requests — joiner/mover/leaver, credential resets, group and license grants, guest invites. This book turns each into a typed, control-mapped ServiceNow catalog item actuated through the in-boundary MID. The machine-readable binding lives in servicenow-day2/helpdesk-control-map.json. GCC Moderate boundary throughout.</a:t>
            </a:r>
          </a:p>
          <a:p/>
          <a:p>
            <a:r>
              <a:t>Vendor sources: host repo: docs/customer-documents/orgcomp-series/servicenow-day2/helpdesk-control-map.json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problem. A service desk performs hundreds of identity changes a week; done by a standing-admin operator in a portal, each is unlogged and least-privilege by hope. The catalog does not add a new control — it stops the highest-frequency operations from quietly dismantling the ones already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families each run the identical loop. Voice the leaver warning: de-provisioning is an evidenced obligation, not a courtesy — a leaver marked done with no trail is an orphaned-credential finding waiting to happen. Card four reuses the Vol VII CA-exception rather than reinventing it.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 is the safety gate: self-approval and standing-privilege requests are refused up front.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the approval gate is a property of the control, not a workflow convenience.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platform-native and least-privilege: scoped, logged, individually-approved write only. Standing admin over the estate the help desk serves is itself a control weakness.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closure proven by re-read, and the whole trail becomes the evidence feeding Vol VII Book 04.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book's generated Authorities-Closed-Here rows. The point for assessors: these operate the existing identity controls as owned, evidenced work; they do not re-close the mechanisms Volumes I and VII already own. FedRAMP Moderate.</a:t>
            </a:r>
          </a:p>
          <a:p/>
          <a:p>
            <a:r>
              <a:t>Vendor sources: host repo: docs/customer-documents/orgcomp-series/orgcomp-compliance-spine.yml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limit: self-service items are only as strong as the tenant's authentication policy, and a global admin can still act out of band — Vol VII detections and access reviews catch that. Hand off to Book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Helpdesk &amp; ITSM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01 — the common Entra · M365 · Azure operator tasks as governed, control-mapped catalog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2026-07-21 14:46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 hundred small clicks a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Each portal-clicked account, reset, or group add is a change to an identity-attributed surface a control governs — ungoverned, it erodes AC-2, IA-5, and AC-6 one click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THREE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One loop, three request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Lifecycle (AC-2)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Joiner/mover/leaver + guest invite — provisioned from the HRIT SSOT; leaver de-provisioning is evidenced.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Credential (IA-5)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reset, MFA-method reset, account unlock — self-service via SSPR where policy allows, else approver-gated.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Access (AC-6)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Group and license grants — least-privilege, time-bound where elevated, access-review linked.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Reuse — CA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Conditional-Access exception item invokes the Vol VII Book 02 pattern; it does not fork a second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 leaver is the one that fails audits — disable, revoke sessions, reassign owned objects,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Preflight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Separation of duties (requester != approver, CM-5) and least-privilege expiry (AC-6) are checked before anything — a bad request fails fast, before approval or actuation.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Approve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the control requires — self-service, manager, identity, owner, or a security approver for a Conditional-Access exception or any privileged grant.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Actuate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one client method for the request actuates on Entra via Graph through the in-boundary MID Server. ServiceNow never holds standing tenant admin.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Close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re-reads the target and confirms the intended state took; the request, approval, and Graph result become a change record (CM-3 / AU-2) reconciled to the CM-8 CMDB.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helpdesk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JML, guest, license/group as governed catalog items; leaver de-provisioning evidenced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IA-5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Authenticator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Password/MFA reset and unlock as identity-verified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Least Privilege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Group/privileged requests time-bound and access-reviewed; no standing elevation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Access Enforcement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Conditional Access exceptions only as governed catalog items with mandatory expiry and scheduled access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Routine exercise of identity controls, made governed and evidenced — not a new control, but the one that keeps the others 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service desk, now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2026-07-21 14:46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request typed, control-mapped, and gated by the approval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audited, reconciled to CM-8, fed to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 / Vol VII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landing-zone front door (Book 02) — the same discipline, applied to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