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05 is the deployable counterpart to Books 00–04: a scoped ServiceNow app an admin can import into a sub-production instance, wire to M365 and Azure through an in-boundary MID Server, and stand up — rather than hand-build from prose. It generalizes the in-repo DDI-provisioning app skeleton from provisioning to control compliance: same boundary discipline, new purpose. The journey is Ingest, Reconcile, Gate, Ship. GCC-Moderate throughout.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deployable. Everything-as-code (Vol VI Book 00) means the app is an importable update set, its control map is machine-readable data, and its behavior is covered by runnable ATF tests. Set expectations honestly: this is a starter skeleton named x_fed_compliance — reviewed, completed per tenant, and tested in sub-prod before any production use, exactly like the DDI app skeleton already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cards are the app. Card two is the boundary control: every callout that reaches an agency surface runs through a MID Server registered inside the ATO boundary. Card three is the anti-drift control: the finding-to-task binding lives in data, not code, and a CI check fails when the app's control map diverges from aan-compliance-spine.yml — the same regen-and-diff pattern as render_authorities_table.py, so the deployable app and the series SSOT cannot silently drift.</a:t>
            </a:r>
          </a:p>
          <a:p/>
          <a:p>
            <a:r>
              <a:t>Vendor sources: https://learn.microsoft.com/graph/ | https://learn.microsoft.com/rest/api/resources/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import the app skeleton into sub-prod — never straight to production.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 wires the in-boundary connectors. Under GCC Moderate the Graph and ARM callouts resolve to the commercial endpoints that serve that boundary; GCC High and DoD are not offered.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enforces the anti-drift contract before anything runs live.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 validates the workflow with no live cloud; live-connector validation is a separate, gated step.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prerequisites as a build checklist. The sharpest standing risk is connector scope: the app must resist creep toward standing tenant admin — the least-privilege posture is a review item every time a new remediation is automated. All at FedRAMP Moderate and GCC Moderate.</a:t>
            </a:r>
          </a:p>
          <a:p/>
          <a:p>
            <a:r>
              <a:t>Vendor sources: uiao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volume. The app generalizes the in-repo infoblox-ddi-book/servicenow-app skeleton from DDI provisioning to control compliance, carrying the same boundary and change-control discipline. Leave the audience with the whole arc: reconcile (01), operate on both clouds (02–03), attest (04), and ship the artifact (05) — one boundary, no rewrite needed to add more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VII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The ServiceNow Compliance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VII Book 05 — the deployable artifact: a scoped app with connectors, Flows, control map, ATF tests, and one update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Ingest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Reconcile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2026-07-18 00:33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loop has to be an artifact, or it is slideware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Books 00–04 describe the loop; a described loop deploys nothing. This is the importable app that makes it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RECORD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What the scoped app carries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Script Includes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ComplianceIngest (read state), ComplianceReconcile (bind to IPAM/DDI CM-8), ComplianceGate (confirm closure, stamp evidence).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Connectors via 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and ARM REST messages routed through an in-boundary MID Server — credentials and execution never leave the ATO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Control map (data)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data/control-map.json binds each finding to (control, task type, SLA, KSI) — a projection of the spine, CI-checked against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Flows + ATF + update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Detect-and-route Flow, exception-review Flow, ATF happy-path and negative suites, one importable update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Least-privilege connectors: read plus scoped, logged, individually-approved write — never standing tenant admin.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Import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Create x_fed_compliance (or import the update set) in a sub-prod instance; add the three Script Includes and the two REST Messages.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Connect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Create the Graph and ARM credential aliases with the MID Server selected, pointing at the GCC-Moderate endpoints; set the boundary property to gcc-moderate.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Check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Load data/control-map.json and run the CI check against aan-compliance-spine.yml so the app's control bindings match the series SSOT.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IMPORT &amp; WIRE-UP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From update set to running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Import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Connect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in-boundary MID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Check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control map vs spine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ATF in test_mode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Test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Build the Flows, publish the catalog items, and run the ATF suites in test_mode — no live cloud — before enabling the connectors.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What the app needs to stand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Boundary note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Graph app registration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Read control state + scoped write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Never standing tenant admin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ARM service principal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Read Azure posture per subscription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Scoped, per-subscription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MID Server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Route every callout in-boundary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Registered inside the ATO boundary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Discovery / Service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Populate the CMDB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Reconcile job binds to IPAM/DDI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ServiceNow IRM/GRC</a:t>
                      </a:r>
                    </a:p>
                  </a:txBody>
                  <a:tcPr anchor="ctr"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Attestation surface</a:t>
                      </a:r>
                    </a:p>
                  </a:txBody>
                  <a:tcPr anchor="ctr"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Consumes this app's task stream (Book 04)</a:t>
                      </a:r>
                    </a:p>
                  </a:txBody>
                  <a:tcPr anchor="ctr">
                    <a:solidFill>
                      <a:srgbClr val="FBF3E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A FedRAMP-authorized instance, an in-boundary MID Server, and least-privilege identities — the same discipline as the DDI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coordination loop, importable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ServiceNow Compliance App · Date Code: 2026-07-18 00:33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Deployable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Connectors, reconcile job, typed-task Flows, ATF coverage, one update set — an admin imports and stands it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In-boundary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MID Server in-boundary; least-privilege connectors; SaaS reach gated by an explicit acknowledgment.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Spine-checked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control map is CI-checked against the compliance spine, so app and SSOT cannot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Anti-drift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Volume VII closes here: M365 and Azure control work is coordinated, attested, and shippable — at FedRAMP Moderate &amp; GCC Moderate.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