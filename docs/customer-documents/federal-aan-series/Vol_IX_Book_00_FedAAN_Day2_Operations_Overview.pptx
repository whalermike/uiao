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frame for Volume IX. Volume VII proved ServiceNow can operate compliance drift as owned, evidenced work; Volume IX extends the same coordination layer to the highest-volume work a federal cloud team does — day-2 operations: onboarding a user, resetting an authenticator, standing up a subscription, registering an app, assigning a phone number. State the scope up front: FedRAMP Moderate and Microsoft GCC Moderate only. The four-word journey — Govern, Approve, Actuate, Evidence — is the contract every catalog item honors.</a:t>
            </a:r>
          </a:p>
          <a:p/>
          <a:p>
            <a:r>
              <a:t>Vendor sources: uiao repo: inbox/Application Aware Networking/servicenow-day2/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Motivate the volume. A service desk performs hundreds of identity and configuration changes a week. Done as portal clicks by a standing-admin operator, each is ungoverned and unevidenced, least-privilege only by hope. Multiplied across a week that dwarfs the drift Volume VII chases. This volume makes routine operations produce compliance evidence instead of eroding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load-bearing slide. Card three is the guardrail an assessor probes: the connector holds least-privilege write through the in-boundary MID, never blanket tenant admin. Card four is what turns routine operations into evidence rather than erosion — the same audited, CM-8-reconciled record Volume VII produces for drift.</a:t>
            </a:r>
          </a:p>
          <a:p/>
          <a:p>
            <a:r>
              <a:t>Vendor sources: https://learn.microsoft.com/graph/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volume map as a table, each book tied to a roadmap lane and its tracking issue. All four surfaces run the same request → approve → actuate-via-MID → evidence contract; the difference is only the surface and the controls each closes.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through-line: this volume stops the highest-frequency operations from quietly dismantling the controls the architecture already claims. Hand off to Book 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8368"/>
            <a:ext cx="7955279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A9E8F"/>
                </a:solidFill>
                <a:latin typeface="Arial"/>
              </a:rPr>
              <a:t>FEDERAL APPLICATION-AWARE NETWORKING · VOLUME 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Arial"/>
              </a:rPr>
              <a:t>ServiceNow Day-2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10512"/>
            <a:ext cx="77724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B7C"/>
                </a:solidFill>
                <a:latin typeface="Arial"/>
              </a:rPr>
              <a:t>Volume IX overview — extending the coordination layer to the governed day-2 catalog (FedRAMP Moderate · Microsoft GCC Moderate)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56182" y="2871216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Govern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4602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2890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90722" y="2871216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376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Approve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8056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6344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25262" y="2871216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Actuate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1510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9798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59802" y="2871216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284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33087"/>
            <a:ext cx="7955279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5B6B7C"/>
                </a:solidFill>
                <a:latin typeface="Arial"/>
              </a:rPr>
              <a:t>Date Code: 2026-07-12 15:00 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434840"/>
            <a:ext cx="7955279" cy="475488"/>
          </a:xfrm>
          <a:prstGeom prst="roundRect">
            <a:avLst>
              <a:gd name="adj" fmla="val 12000"/>
            </a:avLst>
          </a:prstGeom>
          <a:solidFill>
            <a:srgbClr val="FBF3E4"/>
          </a:solidFill>
          <a:ln w="9525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900" b="1">
                <a:solidFill>
                  <a:srgbClr val="8A6210"/>
                </a:solidFill>
                <a:latin typeface="Arial"/>
              </a:rPr>
              <a:t>DRAFT PROPOSAL — pre-decisional working material for architecture review. Not an approved standard, authorization, or agency position.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PART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The help desk is a control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ServiceNow Day-2 Operations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8229600" cy="82296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>
                <a:solidFill>
                  <a:srgbClr val="1F3A5F"/>
                </a:solidFill>
                <a:latin typeface="Arial"/>
              </a:rPr>
              <a:t>The highest-frequency changes to the estate are day-2 requests — and if they are not governed, approved, least-privilege, and evidenced, they are the largest continuous source of control erosion an assessor finds.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DAY-2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Four rules for every catalog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ServiceNow Day-2 Operations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47218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53895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Typed &amp; control-mapped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56231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No day-2 action is a portal click; it is a catalog item bound in the spine to the NIST control it satisfies.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0872" y="132588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55464" y="147218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9512" y="1453895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The gate the control requires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56231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Password reset is identity-verified; a CA exception needs a security approver; a privileged group is time-bound.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4320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7512" y="2889504"/>
            <a:ext cx="292608" cy="292608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871216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Graph via the in-boundary MID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273552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Scoped, logged, individually-approved write — never standing tenant admin over the estate it serves (AC-6).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0872" y="2743200"/>
            <a:ext cx="4041648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55464" y="28895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9512" y="2871216"/>
            <a:ext cx="3355848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Audited &amp; reconciled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3273552"/>
            <a:ext cx="3712463" cy="658367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Every action a change record (CM-3 / AU-2) reconciled to the CM-8 join key, feeding Vol VII Book 04 attestation.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60520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Same coordination discipline as Vol VII, applied to the work a service desk does every 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Five books across the day-2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ServiceNow Day-2 Operations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Book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Focus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Lane / issue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IX-01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Helpdesk &amp; ITSM — JML, resets, group/license, guest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Lane C · #1139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IX-02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Landing Zone front door — catalog to IaC to CMDB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Lane 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IX-03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App Registration governance — machine JML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Lane E · #1140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IX-04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Teams Telephony catalog + Teams SCuBA drift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§4 · #1141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IX-05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SaaS integration governance — Entra gallery as an SA-9 event (Lane 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Operate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16052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Helpdesk, landing zone, app registrations, telephony — one discipline, four surfaces.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WHERE THIS LEAVES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Routine operations that evidence themselves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ServiceNow Day-2 Operations · Date Code: 2026-07-12 15:00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51790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Governed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Every operator request is typed, control-mapped, and approved by the gate the control requires.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A9E8F"/>
                </a:solidFill>
                <a:latin typeface="Arial"/>
              </a:rPr>
              <a:t>This volume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8144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1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Least-privilege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Graph via the in-boundary MID; no standing tenant admin ever granted by a helpdesk click.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Guardrail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4183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08775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3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Evidenced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5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Every action reconciled to CM-8 and fed to Vol VII Book 04 attestation.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5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Book 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77639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Next: the helpdesk catalog (Book 01) — the highest-volume surface, made governed.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