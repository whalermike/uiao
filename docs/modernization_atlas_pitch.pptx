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Modernization Atlas - Pitch Deck &amp;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Identity-Addressing-Overlay Architecture for Agency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 name, classification, version, audience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state challenges and compliance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UIAO unified architecture and core pillars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 control planes and their 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Plane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as the perimeter, key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Telemetry Plane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Observability as truth source, data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Trust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NIST 800-207 compliance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Crosswalk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 3.0, FedRAMP 20x Phase 2, SCuBA, NIST 800-63 alignment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Phased approach with milestones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outcomes and risk reduction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actions and resources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Visibility &amp; Telemetry (Stack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Intelligence &amp; Continuous Monitoring (ConMon)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Unified Identity-Addressing-Overlay Architecture (UIAO) is a structural modernization of how the agency authenticates, addresses, routes, observes, and governs every digital interaction. This pitch deck provides the executive-level overview of the architecture, compliance alignment, timeline, and business case.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